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0963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ree-way-comparison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0963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