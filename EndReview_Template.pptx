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66" r:id="rId2"/>
  </p:sldMasterIdLst>
  <p:notesMasterIdLst>
    <p:notesMasterId r:id="rId29"/>
  </p:notesMasterIdLst>
  <p:sldIdLst>
    <p:sldId id="286" r:id="rId3"/>
    <p:sldId id="257" r:id="rId7"/>
    <p:sldId id="258" r:id="rId8"/>
    <p:sldId id="288" r:id="rId4"/>
    <p:sldId id="260" r:id="rId10"/>
    <p:sldId id="268" r:id="rId5"/>
    <p:sldId id="263" r:id="rId13"/>
    <p:sldId id="275" r:id="rId22"/>
    <p:sldId id="265" r:id="rId25"/>
    <p:sldId id="267" r:id="rId14"/>
    <p:sldId id="283" r:id="rId18"/>
    <p:sldId id="266" r:id="rId15"/>
    <p:sldId id="284" r:id="rId21"/>
    <p:sldId id="264" r:id="rId16"/>
    <p:sldId id="285" r:id="rId26"/>
    <p:sldId id="279" r:id="rId27"/>
    <p:sldId id="280"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8024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0588" autoAdjust="0"/>
  </p:normalViewPr>
  <p:slideViewPr>
    <p:cSldViewPr snapToGrid="0" snapToObjects="1">
      <p:cViewPr varScale="1">
        <p:scale>
          <a:sx n="98" d="100"/>
          <a:sy n="98" d="100"/>
        </p:scale>
        <p:origin x="1018" y="293"/>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slideMaster" Target="slideMasters/slideMaster1.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8" Type="http://schemas.openxmlformats.org/officeDocument/2006/relationships/slide" Target="slides/slide26.xml"/><Relationship Id="rId10" Type="http://schemas.openxmlformats.org/officeDocument/2006/relationships/slide" Target="slides/slide8.xml"/><Relationship Id="rId31" Type="http://schemas.openxmlformats.org/officeDocument/2006/relationships/viewProps" Target="viewProps.xml"/><Relationship Id="rId4" Type="http://schemas.openxmlformats.org/officeDocument/2006/relationships/slide" Target="slides/slide2.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1965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Good morning everyone. I'm Yuvraj Singh,. I'll walk you through my work across two projects covering what I built, how I worked with the team to shape it, and what's next.</a:t>
            </a:r>
          </a:p>
        </p:txBody>
      </p:sp>
    </p:spTree>
    <p:extLst>
      <p:ext uri="{BB962C8B-B14F-4D97-AF65-F5344CB8AC3E}">
        <p14:creationId xmlns:p14="http://schemas.microsoft.com/office/powerpoint/2010/main" val="4003037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 xml:space="preserve">A bit about me I come from an Electrical Engineering foundation and  before IIM Bangalore, I spent over 2 years at Landis+Gyr as a Firmware Engineer, working on smart meter firmware </a:t>
            </a:r>
            <a:r>
              <a:rPr lang="en-US" dirty="0" err="1"/>
              <a:t>firmware</a:t>
            </a:r>
            <a:r>
              <a:rPr lang="en-US" dirty="0"/>
              <a:t xml:space="preserve"> ensuring integration between </a:t>
            </a:r>
            <a:r>
              <a:rPr lang="en-US" dirty="0" err="1"/>
              <a:t>firmaware</a:t>
            </a:r>
            <a:r>
              <a:rPr lang="en-US" dirty="0"/>
              <a:t xml:space="preserve"> and hardware</a:t>
            </a:r>
          </a:p>
        </p:txBody>
      </p:sp>
    </p:spTree>
    <p:extLst>
      <p:ext uri="{BB962C8B-B14F-4D97-AF65-F5344CB8AC3E}">
        <p14:creationId xmlns:p14="http://schemas.microsoft.com/office/powerpoint/2010/main" val="1260309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 xml:space="preserve">I'm working on two projects — an internal Demand Response accelerator under PM Tushar, and an external ERP Transformation engagement under  </a:t>
            </a:r>
            <a:r>
              <a:rPr lang="en-US" dirty="0" err="1"/>
              <a:t>Sreeneeth</a:t>
            </a:r>
            <a:r>
              <a:rPr lang="en-US" dirty="0"/>
              <a:t xml:space="preserve"> </a:t>
            </a:r>
            <a:r>
              <a:rPr lang="en-US" dirty="0" err="1"/>
              <a:t>Sreevilasan</a:t>
            </a:r>
            <a:r>
              <a:rPr lang="en-US" dirty="0"/>
              <a:t xml:space="preserve">. </a:t>
            </a:r>
          </a:p>
        </p:txBody>
      </p:sp>
    </p:spTree>
    <p:extLst>
      <p:ext uri="{BB962C8B-B14F-4D97-AF65-F5344CB8AC3E}">
        <p14:creationId xmlns:p14="http://schemas.microsoft.com/office/powerpoint/2010/main" val="4018810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xml:space="preserve">The flow for this presentation looks like this </a:t>
            </a:r>
            <a:br>
              <a:rPr lang="en-US" dirty="0"/>
            </a:br>
            <a:r>
              <a:rPr lang="en-US" dirty="0"/>
              <a:t xml:space="preserve">first I will give a brief about the project, why it matters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 me now walk through the scope and technical approach.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 me now walk through the deliverables and progress to date.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Across four weeks, I have built and structured these core deliverables for this accelerator..</a:t>
            </a:r>
            <a:br>
              <a:rPr lang="en-US" dirty="0"/>
            </a:br>
            <a:r>
              <a:rPr lang="en-US" dirty="0"/>
              <a:t xml:space="preserve">Started with understanding the AMI landscape for demand response program and iteratively other outputs are built and obviously these are not built in isolation but a result of  consistent connects with Project manger and implementation team </a:t>
            </a:r>
            <a:br>
              <a:rPr lang="en-US" dirty="0"/>
            </a:b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next phase of this project is focused  the AI Agent for post-event analysis. The agent will read interval meter data from MDM to quantify actual power reductions per event, generate load curve visualizations comparing pre-event, during-event, and post-event consumption, flag anomalies in customer response patterns, and produce automated Measurement and Verification reports.</a:t>
            </a:r>
            <a:br>
              <a:rPr lang="en-US" dirty="0"/>
            </a:br>
            <a:r>
              <a:rPr lang="en-US" dirty="0"/>
              <a:t>Moreover I'll be supporting the implementation directly alongside the team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shows the types of visual outputs the AI agent will produce. These include baseline versus actual load comparisons during DR events, load duration curves showing before and after profiles, regional load pattern matrices for geographic analysis, and rebound analysis to capture post-event consumption bounce-back.</a:t>
            </a:r>
          </a:p>
          <a:p>
            <a:br>
              <a:rPr lang="en-US" dirty="0"/>
            </a:br>
            <a:r>
              <a:rPr lang="en-US" dirty="0"/>
              <a:t>These outputs are designed to give operations teams and program managers a clear, data-backed view of program performance both at the individual event level and across the season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Starting with the project context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 me walk through the two main deliverables I have built.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context of designing tools that can help with the workflows I built two agentic tools 1</a:t>
            </a:r>
            <a:r>
              <a:rPr lang="en-US" baseline="30000" dirty="0"/>
              <a:t>st</a:t>
            </a:r>
            <a:r>
              <a:rPr lang="en-US" dirty="0"/>
              <a:t xml:space="preserve"> one is a Copilot Agent I designed — I configured it with CCS knowledge from the project SharePoint, enabling it to ingest JIRA requirements and generate structured test scripts in a standardized Excel format. This was shared with the team early for adoption and iterated based on feedback.</a:t>
            </a:r>
          </a:p>
          <a:p>
            <a:br>
              <a:rPr lang="en-US" dirty="0"/>
            </a:br>
            <a:r>
              <a:rPr lang="en-US" dirty="0"/>
              <a:t>Building on that, I developed a more robust Claude-powered workflow as the second version. This tool ingests JIRA requirements, Oracle CCS user guides, and configuration workbooks, then generates  test scripts directly in Excel — with full test cases, execution steps, this helps the team member to shift their effort from building these scenarios from scratch to just reviewing output and giving feedback and making it even better</a:t>
            </a: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Moving ahead I have started working on  this Config Design Accelerator for the Collections module. This tool is designed to reduce the ambiguity, rework, and repeated clarification cycles in designing from requirements to product templates</a:t>
            </a:r>
          </a:p>
          <a:p>
            <a:br>
              <a:rPr lang="en-US" dirty="0"/>
            </a:br>
            <a:r>
              <a:rPr lang="en-US" dirty="0"/>
              <a:t>It works in four steps. It first captures client inputs across collections, severance, and payoff workflows. It then surfaces the right Oracle CCS design questions early — reducing interpretation effort and misalignment. It converts those inputs into reusable Oracle CCS-native configuration templates or give detailed what needs to be custom built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30949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 me close with where things stand and what I am planning to deliver.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summarize progress — the domain mapping and AI tooling work is complete. I have ramped up on Oracle CCS, built both versions of the test automation tooling, and mapped the core Collections, Severance, and Payments processes end-to-end.</a:t>
            </a:r>
          </a:p>
          <a:p>
            <a:br>
              <a:rPr lang="en-US" dirty="0"/>
            </a:br>
            <a:r>
              <a:rPr lang="en-US" dirty="0"/>
              <a:t>What is currently in progress is the template builder agent for the collections module</a:t>
            </a:r>
            <a:br>
              <a:rPr lang="en-US" dirty="0"/>
            </a:br>
            <a:br>
              <a:rPr lang="en-US" dirty="0"/>
            </a:br>
            <a:r>
              <a:rPr lang="en-US" dirty="0"/>
              <a:t>Moving ahead the focus will be on tool adoption with dedicated demos to the team in not only using the tools but how they can build them for there custom workflows</a:t>
            </a:r>
          </a:p>
          <a:p>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94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580829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099656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9223099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755877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584701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0450497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7631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167648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9895826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8404173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6879558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852877"/>
      </p:ext>
    </p:extLst>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930048"/>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Graphik"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Graphik"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Graphik"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Graphik"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Graphik"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Graphik"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Graphik"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Graphik"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Graphik"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5/20/2026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90249743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8.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4.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23.xml.rels><?xml version="1.0" encoding="UTF-8"?><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gradFill rotWithShape="1">
            <a:gsLst>
              <a:gs pos="0">
                <a:srgbClr val="460073"/>
              </a:gs>
              <a:gs pos="100000">
                <a:srgbClr val="7B2FBE"/>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640080" y="960120"/>
            <a:ext cx="7000000" cy="1321308"/>
          </a:xfrm>
          <a:prstGeom prst="rect">
            <a:avLst/>
          </a:prstGeom>
          <a:noFill/>
        </p:spPr>
        <p:txBody>
          <a:bodyPr wrap="square" lIns="0" tIns="0" rIns="0" bIns="0"/>
          <a:lstStyle/>
          <a:p>
            <a:pPr algn="l"/>
            <a:r>
              <a:rPr sz="4400" b="1" dirty="0">
                <a:solidFill>
                  <a:srgbClr val="FFFFFF"/>
                </a:solidFill>
                <a:latin typeface="Graphik"/>
              </a:rPr>
              <a:t>[PROGRAM</a:t>
            </a:r>
            <a:r>
              <a:rPr lang="en-US" sz="4400" b="1" dirty="0">
                <a:solidFill>
                  <a:srgbClr val="FFFFFF"/>
                </a:solidFill>
                <a:latin typeface="Graphik"/>
              </a:rPr>
              <a:t xml:space="preserve"> TITLE]</a:t>
            </a:r>
            <a:br>
              <a:rPr lang="en-US" sz="4400" b="1" dirty="0">
                <a:solidFill>
                  <a:srgbClr val="FFFFFF"/>
                </a:solidFill>
                <a:latin typeface="Graphik"/>
              </a:rPr>
            </a:br>
            <a:br>
              <a:rPr lang="en-US" sz="4400" b="1" dirty="0">
                <a:solidFill>
                  <a:srgbClr val="FFFFFF"/>
                </a:solidFill>
                <a:latin typeface="Graphik"/>
              </a:rPr>
            </a:br>
            <a:r>
              <a:rPr lang="en-US" sz="2400" b="1" dirty="0">
                <a:solidFill>
                  <a:srgbClr val="FFFFFF"/>
                </a:solidFill>
                <a:latin typeface="Graphik"/>
              </a:rPr>
              <a:t>[YEAR]  ·  [REVIEW TYPE]</a:t>
            </a:r>
            <a:endParaRPr sz="4400" b="1" dirty="0">
              <a:solidFill>
                <a:srgbClr val="FFFFFF"/>
              </a:solidFill>
              <a:latin typeface="Graphik"/>
            </a:endParaRPr>
          </a:p>
        </p:txBody>
      </p:sp>
      <p:sp>
        <p:nvSpPr>
          <p:cNvPr id="8" name="Rectangle 7"/>
          <p:cNvSpPr/>
          <p:nvPr/>
        </p:nvSpPr>
        <p:spPr>
          <a:xfrm>
            <a:off x="640080" y="2286000"/>
            <a:ext cx="4114800" cy="27432"/>
          </a:xfrm>
          <a:prstGeom prst="rect">
            <a:avLst/>
          </a:prstGeom>
          <a:solidFill>
            <a:srgbClr val="C85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4800" y="3314700"/>
            <a:ext cx="7000000" cy="502920"/>
          </a:xfrm>
          <a:prstGeom prst="rect">
            <a:avLst/>
          </a:prstGeom>
          <a:noFill/>
        </p:spPr>
        <p:txBody>
          <a:bodyPr wrap="square" lIns="0" tIns="0" rIns="0" bIns="0"/>
          <a:lstStyle/>
          <a:p>
            <a:pPr algn="l"/>
            <a:r>
              <a:rPr sz="3200" b="1" dirty="0">
                <a:solidFill>
                  <a:srgbClr val="C850F0"/>
                </a:solidFill>
                <a:latin typeface="Graphik"/>
              </a:rPr>
              <a:t>[DOMAIN]</a:t>
            </a:r>
          </a:p>
        </p:txBody>
      </p:sp>
      <p:sp>
        <p:nvSpPr>
          <p:cNvPr id="10" name="TextBox 9"/>
          <p:cNvSpPr txBox="1">
            <a:spLocks/>
          </p:cNvSpPr>
          <p:nvPr/>
        </p:nvSpPr>
        <p:spPr>
          <a:xfrm>
            <a:off x="274320" y="4663440"/>
            <a:ext cx="365760" cy="365760"/>
          </a:xfrm>
          <a:prstGeom prst="rect">
            <a:avLst/>
          </a:prstGeom>
          <a:noFill/>
        </p:spPr>
        <p:txBody>
          <a:bodyPr wrap="square" lIns="0" tIns="0" rIns="0" bIns="0" anchor="ctr" anchorCtr="0">
            <a:noAutofit/>
          </a:bodyPr>
          <a:lstStyle/>
          <a:p>
            <a:r>
              <a:rPr sz="2200" b="1" dirty="0">
                <a:solidFill>
                  <a:srgbClr val="A100FF"/>
                </a:solidFill>
                <a:latin typeface="Graphik" panose="020B0503030202060203" pitchFamily="34" charset="0"/>
              </a:rPr>
              <a:t>&gt;</a:t>
            </a:r>
          </a:p>
        </p:txBody>
      </p:sp>
      <p:sp>
        <p:nvSpPr>
          <p:cNvPr id="11" name="TextBox 10"/>
          <p:cNvSpPr txBox="1"/>
          <p:nvPr/>
        </p:nvSpPr>
        <p:spPr>
          <a:xfrm>
            <a:off x="640080" y="4572000"/>
            <a:ext cx="4572000" cy="274320"/>
          </a:xfrm>
          <a:prstGeom prst="rect">
            <a:avLst/>
          </a:prstGeom>
          <a:noFill/>
        </p:spPr>
        <p:txBody>
          <a:bodyPr wrap="square" lIns="0" tIns="0" rIns="0" bIns="0"/>
          <a:lstStyle/>
          <a:p>
            <a:pPr algn="l"/>
            <a:r>
              <a:rPr sz="1200" b="1">
                <a:solidFill>
                  <a:srgbClr val="FFFFFF"/>
                </a:solidFill>
                <a:latin typeface="Graphik"/>
              </a:rPr>
              <a:t xml:space="preserve">Accenture </a:t>
            </a:r>
            <a:r>
              <a:rPr sz="1200" b="0">
                <a:solidFill>
                  <a:srgbClr val="D0D0D0"/>
                </a:solidFill>
                <a:latin typeface="Graphik"/>
              </a:rPr>
              <a:t>Strategy &amp; Consulting</a:t>
            </a:r>
          </a:p>
        </p:txBody>
      </p:sp>
      <p:sp>
        <p:nvSpPr>
          <p:cNvPr id="12" name="TextBox 11"/>
          <p:cNvSpPr txBox="1"/>
          <p:nvPr/>
        </p:nvSpPr>
        <p:spPr>
          <a:xfrm>
            <a:off x="4114800" y="4828032"/>
            <a:ext cx="4754880" cy="182880"/>
          </a:xfrm>
          <a:prstGeom prst="rect">
            <a:avLst/>
          </a:prstGeom>
          <a:noFill/>
        </p:spPr>
        <p:txBody>
          <a:bodyPr wrap="square" lIns="0" tIns="0" rIns="0" bIns="0"/>
          <a:lstStyle/>
          <a:p>
            <a:pPr algn="r"/>
            <a:r>
              <a:rPr sz="700" b="0">
                <a:solidFill>
                  <a:srgbClr val="AAAAAA"/>
                </a:solidFill>
                <a:latin typeface="Graphik"/>
              </a:rPr>
              <a:t>Copyright © 2026 Accenture. All rights reserved.</a:t>
            </a:r>
          </a:p>
        </p:txBody>
      </p:sp>
      <p:pic>
        <p:nvPicPr>
          <p:cNvPr id="13" name="Image 0" descr="preencoded.png">
            <a:extLst>
              <a:ext uri="{FF2B5EF4-FFF2-40B4-BE49-F238E27FC236}">
                <a16:creationId xmlns:a16="http://schemas.microsoft.com/office/drawing/2014/main" id="{DD319259-6F6E-4BE1-1609-5D22366FF9B4}"/>
              </a:ext>
            </a:extLst>
          </p:cNvPr>
          <p:cNvPicPr>
            <a:picLocks noChangeAspect="1"/>
          </p:cNvPicPr>
          <p:nvPr/>
        </p:nvPicPr>
        <p:blipFill>
          <a:blip r:embed="rId3"/>
          <a:stretch>
            <a:fillRect/>
          </a:stretch>
        </p:blipFill>
        <p:spPr>
          <a:xfrm>
            <a:off x="5029200" y="434340"/>
            <a:ext cx="41148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T"/>
          <p:cNvSpPr/>
          <p:nvPr/>
        </p:nvSpPr>
        <p:spPr>
          <a:xfrm>
            <a:off x="640080" y="182880"/>
            <a:ext cx="8229600" cy="411480"/>
          </a:xfrm>
          <a:prstGeom prst="rect">
            <a:avLst/>
          </a:prstGeom>
          <a:noFill/>
          <a:ln/>
        </p:spPr>
        <p:txBody>
          <a:bodyPr wrap="square" lIns="0" tIns="0" rIns="0" bIns="0" rtlCol="0" anchor="ctr"/>
          <a:lstStyle/>
          <a:p>
            <a:pPr marL="0" indent="0" algn="ctr">
              <a:buNone/>
            </a:pPr>
            <a:r>
              <a:rPr lang="en-US" sz="2600" b="1" dirty="0">
                <a:solidFill>
                  <a:srgbClr val="000000"/>
                </a:solidFill>
                <a:latin typeface="Graphik" panose="020B0503030202060203" pitchFamily="34" charset="0"/>
                <a:ea typeface="Calibri" pitchFamily="34" charset="-122"/>
                <a:cs typeface="Calibri" pitchFamily="34" charset="-120"/>
              </a:rPr>
              <a:t>About Me</a:t>
            </a:r>
            <a:endParaRPr lang="en-US" sz="2600" dirty="0">
              <a:latin typeface="Graphik" panose="020B0503030202060203" pitchFamily="34" charset="0"/>
            </a:endParaRPr>
          </a:p>
        </p:txBody>
      </p:sp>
      <p:sp>
        <p:nvSpPr>
          <p:cNvPr id="4" name="Nm"/>
          <p:cNvSpPr/>
          <p:nvPr/>
        </p:nvSpPr>
        <p:spPr>
          <a:xfrm>
            <a:off x="457200" y="731520"/>
            <a:ext cx="4114800" cy="365760"/>
          </a:xfrm>
          <a:prstGeom prst="rect">
            <a:avLst/>
          </a:prstGeom>
          <a:noFill/>
          <a:ln/>
        </p:spPr>
        <p:txBody>
          <a:bodyPr wrap="square" lIns="0" tIns="0" rIns="0" bIns="0" rtlCol="0" anchor="b"/>
          <a:lstStyle/>
          <a:p>
            <a:pPr marL="0" indent="0">
              <a:buNone/>
            </a:pPr>
            <a:r>
              <a:rPr lang="en-US" sz="2200" b="1" dirty="0">
                <a:solidFill>
                  <a:srgbClr val="000000"/>
                </a:solidFill>
                <a:latin typeface="Graphik" panose="020B0503030202060203" pitchFamily="34" charset="0"/>
                <a:ea typeface="Calibri" pitchFamily="34" charset="-122"/>
                <a:cs typeface="Calibri" pitchFamily="34" charset="-120"/>
              </a:rPr>
              <a:t>[Your Name]</a:t>
            </a:r>
            <a:endParaRPr lang="en-US" sz="2200" dirty="0">
              <a:latin typeface="Graphik" panose="020B0503030202060203" pitchFamily="34" charset="0"/>
            </a:endParaRPr>
          </a:p>
        </p:txBody>
      </p:sp>
      <p:sp>
        <p:nvSpPr>
          <p:cNvPr id="5" name="Inst"/>
          <p:cNvSpPr/>
          <p:nvPr/>
        </p:nvSpPr>
        <p:spPr>
          <a:xfrm>
            <a:off x="457200" y="1143000"/>
            <a:ext cx="4114800" cy="210312"/>
          </a:xfrm>
          <a:prstGeom prst="rect">
            <a:avLst/>
          </a:prstGeom>
          <a:noFill/>
          <a:ln/>
        </p:spPr>
        <p:txBody>
          <a:bodyPr wrap="square" lIns="0" tIns="0" rIns="0" bIns="0" rtlCol="0" anchor="t"/>
          <a:lstStyle/>
          <a:p>
            <a:pPr marL="0" indent="0">
              <a:buNone/>
            </a:pPr>
            <a:r>
              <a:rPr lang="en-US" sz="1100" b="1" dirty="0">
                <a:solidFill>
                  <a:srgbClr val="A100FF"/>
                </a:solidFill>
                <a:latin typeface="Graphik" panose="020B0503030202060203" pitchFamily="34" charset="0"/>
                <a:ea typeface="Calibri" pitchFamily="34" charset="-122"/>
                <a:cs typeface="Calibri" pitchFamily="34" charset="-120"/>
              </a:rPr>
              <a:t>[Institution]</a:t>
            </a:r>
            <a:r>
              <a:rPr lang="en-US" sz="950" dirty="0">
                <a:solidFill>
                  <a:srgbClr val="888888"/>
                </a:solidFill>
                <a:latin typeface="Graphik" panose="020B0503030202060203" pitchFamily="34" charset="0"/>
                <a:ea typeface="Calibri" pitchFamily="34" charset="-122"/>
                <a:cs typeface="Calibri" pitchFamily="34" charset="-120"/>
              </a:rPr>
              <a:t xml:space="preserve">  |  [Degree, Years]</a:t>
            </a:r>
            <a:endParaRPr lang="en-US" sz="1100" dirty="0">
              <a:latin typeface="Graphik" panose="020B0503030202060203" pitchFamily="34" charset="0"/>
            </a:endParaRPr>
          </a:p>
        </p:txBody>
      </p:sp>
      <p:sp>
        <p:nvSpPr>
          <p:cNvPr id="7" name="EBar"/>
          <p:cNvSpPr/>
          <p:nvPr/>
        </p:nvSpPr>
        <p:spPr>
          <a:xfrm>
            <a:off x="411480" y="1436317"/>
            <a:ext cx="3886200" cy="208931"/>
          </a:xfrm>
          <a:prstGeom prst="roundRect">
            <a:avLst>
              <a:gd name="adj" fmla="val 5000"/>
            </a:avLst>
          </a:prstGeom>
          <a:solidFill>
            <a:srgbClr val="F5F5F5"/>
          </a:solidFill>
          <a:ln/>
        </p:spPr>
        <p:txBody>
          <a:bodyPr/>
          <a:lstStyle/>
          <a:p>
            <a:endParaRPr lang="en-US">
              <a:latin typeface="Graphik" panose="020B0503030202060203" pitchFamily="34" charset="0"/>
            </a:endParaRPr>
          </a:p>
        </p:txBody>
      </p:sp>
      <p:sp>
        <p:nvSpPr>
          <p:cNvPr id="8" name="ELbl"/>
          <p:cNvSpPr/>
          <p:nvPr/>
        </p:nvSpPr>
        <p:spPr>
          <a:xfrm>
            <a:off x="484632" y="1428078"/>
            <a:ext cx="3931920" cy="228600"/>
          </a:xfrm>
          <a:prstGeom prst="rect">
            <a:avLst/>
          </a:prstGeom>
          <a:noFill/>
          <a:ln/>
        </p:spPr>
        <p:txBody>
          <a:bodyPr wrap="square" lIns="0" tIns="0" rIns="0" bIns="0" rtlCol="0" anchor="ctr"/>
          <a:lstStyle/>
          <a:p>
            <a:pPr marL="0" indent="0">
              <a:buNone/>
            </a:pPr>
            <a:r>
              <a:rPr lang="en-US" sz="900" b="1" dirty="0">
                <a:solidFill>
                  <a:srgbClr val="000000"/>
                </a:solidFill>
                <a:latin typeface="Graphik" panose="020B0503030202060203" pitchFamily="34" charset="0"/>
                <a:ea typeface="Calibri" pitchFamily="34" charset="-122"/>
                <a:cs typeface="Calibri" pitchFamily="34" charset="-120"/>
              </a:rPr>
              <a:t>Education</a:t>
            </a:r>
            <a:endParaRPr lang="en-US" sz="900" dirty="0">
              <a:latin typeface="Graphik" panose="020B0503030202060203" pitchFamily="34" charset="0"/>
            </a:endParaRPr>
          </a:p>
        </p:txBody>
      </p:sp>
      <p:sp>
        <p:nvSpPr>
          <p:cNvPr id="10" name="E0"/>
          <p:cNvSpPr/>
          <p:nvPr/>
        </p:nvSpPr>
        <p:spPr>
          <a:xfrm>
            <a:off x="484632" y="1710637"/>
            <a:ext cx="4041648" cy="246888"/>
          </a:xfrm>
          <a:prstGeom prst="rect">
            <a:avLst/>
          </a:prstGeom>
          <a:noFill/>
          <a:ln/>
        </p:spPr>
        <p:txBody>
          <a:bodyPr wrap="square" lIns="0" tIns="0" rIns="0" bIns="0" rtlCol="0" anchor="t"/>
          <a:lstStyle/>
          <a:p>
            <a:pPr marL="0" indent="0">
              <a:buNone/>
            </a:pPr>
            <a:r>
              <a:rPr lang="en-US" sz="900" b="1" dirty="0">
                <a:solidFill>
                  <a:srgbClr val="000000"/>
                </a:solidFill>
                <a:latin typeface="Graphik" panose="020B0503030202060203" pitchFamily="34" charset="0"/>
                <a:ea typeface="Calibri" pitchFamily="34" charset="-122"/>
                <a:cs typeface="Calibri" pitchFamily="34" charset="-120"/>
              </a:rPr>
              <a:t>[Previous Degree]</a:t>
            </a:r>
            <a:endParaRPr lang="en-US" sz="900" dirty="0">
              <a:latin typeface="Graphik" panose="020B0503030202060203" pitchFamily="34" charset="0"/>
            </a:endParaRPr>
          </a:p>
          <a:p>
            <a:pPr marL="0" indent="0">
              <a:buNone/>
            </a:pPr>
            <a:r>
              <a:rPr lang="en-US" sz="900" dirty="0">
                <a:solidFill>
                  <a:srgbClr val="888888"/>
                </a:solidFill>
                <a:latin typeface="Graphik" panose="020B0503030202060203" pitchFamily="34" charset="0"/>
                <a:ea typeface="Calibri" pitchFamily="34" charset="-122"/>
                <a:cs typeface="Calibri" pitchFamily="34" charset="-120"/>
              </a:rPr>
              <a:t>[Previous Institution, Years]  |  [Honours/Notes]</a:t>
            </a:r>
            <a:endParaRPr lang="en-US" sz="900" dirty="0">
              <a:latin typeface="Graphik" panose="020B0503030202060203" pitchFamily="34" charset="0"/>
            </a:endParaRPr>
          </a:p>
        </p:txBody>
      </p:sp>
      <p:sp>
        <p:nvSpPr>
          <p:cNvPr id="21" name="WH"/>
          <p:cNvSpPr/>
          <p:nvPr/>
        </p:nvSpPr>
        <p:spPr>
          <a:xfrm>
            <a:off x="374904" y="2096988"/>
            <a:ext cx="4014800" cy="274320"/>
          </a:xfrm>
          <a:prstGeom prst="roundRect">
            <a:avLst>
              <a:gd name="adj" fmla="val 5000"/>
            </a:avLst>
          </a:prstGeom>
          <a:solidFill>
            <a:srgbClr val="A100FF"/>
          </a:solidFill>
          <a:ln/>
        </p:spPr>
        <p:txBody>
          <a:bodyPr/>
          <a:lstStyle/>
          <a:p>
            <a:endParaRPr lang="en-US">
              <a:latin typeface="Graphik" panose="020B0503030202060203" pitchFamily="34" charset="0"/>
            </a:endParaRPr>
          </a:p>
        </p:txBody>
      </p:sp>
      <p:sp>
        <p:nvSpPr>
          <p:cNvPr id="22" name="WHL"/>
          <p:cNvSpPr/>
          <p:nvPr/>
        </p:nvSpPr>
        <p:spPr>
          <a:xfrm>
            <a:off x="502920" y="2088181"/>
            <a:ext cx="3703320" cy="274320"/>
          </a:xfrm>
          <a:prstGeom prst="rect">
            <a:avLst/>
          </a:prstGeom>
          <a:noFill/>
          <a:ln/>
        </p:spPr>
        <p:txBody>
          <a:bodyPr wrap="square" lIns="0" tIns="0" rIns="0" bIns="0" rtlCol="0" anchor="ctr"/>
          <a:lstStyle/>
          <a:p>
            <a:pPr marL="0" indent="0">
              <a:buNone/>
            </a:pPr>
            <a:r>
              <a:rPr lang="en-US" sz="1050" b="1" dirty="0">
                <a:solidFill>
                  <a:srgbClr val="FFFFFF"/>
                </a:solidFill>
                <a:latin typeface="Graphik" panose="020B0503030202060203" pitchFamily="34" charset="0"/>
                <a:ea typeface="Calibri" pitchFamily="34" charset="-122"/>
                <a:cs typeface="Calibri" pitchFamily="34" charset="-120"/>
              </a:rPr>
              <a:t>Work Experience</a:t>
            </a:r>
            <a:endParaRPr lang="en-US" sz="1050" dirty="0">
              <a:latin typeface="Graphik" panose="020B0503030202060203" pitchFamily="34" charset="0"/>
            </a:endParaRPr>
          </a:p>
        </p:txBody>
      </p:sp>
      <p:sp>
        <p:nvSpPr>
          <p:cNvPr id="23" name="WE"/>
          <p:cNvSpPr/>
          <p:nvPr/>
        </p:nvSpPr>
        <p:spPr>
          <a:xfrm>
            <a:off x="393192" y="2490397"/>
            <a:ext cx="3978224" cy="1828800"/>
          </a:xfrm>
          <a:prstGeom prst="rect">
            <a:avLst/>
          </a:prstGeom>
          <a:solidFill>
            <a:srgbClr val="F8F8F8"/>
          </a:solidFill>
          <a:ln/>
        </p:spPr>
        <p:txBody>
          <a:bodyPr/>
          <a:lstStyle/>
          <a:p>
            <a:endParaRPr lang="en-US" sz="2400" dirty="0">
              <a:latin typeface="Graphik" panose="020B0503030202060203" pitchFamily="34" charset="0"/>
            </a:endParaRPr>
          </a:p>
        </p:txBody>
      </p:sp>
      <p:sp>
        <p:nvSpPr>
          <p:cNvPr id="25" name="WR"/>
          <p:cNvSpPr/>
          <p:nvPr/>
        </p:nvSpPr>
        <p:spPr>
          <a:xfrm>
            <a:off x="484632" y="2526973"/>
            <a:ext cx="3703320" cy="210312"/>
          </a:xfrm>
          <a:prstGeom prst="rect">
            <a:avLst/>
          </a:prstGeom>
          <a:noFill/>
          <a:ln/>
        </p:spPr>
        <p:txBody>
          <a:bodyPr wrap="square" lIns="0" tIns="0" rIns="0" bIns="0" rtlCol="0" anchor="t"/>
          <a:lstStyle/>
          <a:p>
            <a:pPr marL="0" indent="0">
              <a:buNone/>
            </a:pPr>
            <a:r>
              <a:rPr lang="en-US" sz="1300" b="1" dirty="0">
                <a:solidFill>
                  <a:srgbClr val="000000"/>
                </a:solidFill>
                <a:latin typeface="Graphik" panose="020B0503030202060203" pitchFamily="34" charset="0"/>
                <a:ea typeface="Calibri" pitchFamily="34" charset="-122"/>
                <a:cs typeface="Calibri" pitchFamily="34" charset="-120"/>
              </a:rPr>
              <a:t>[Previous Role]</a:t>
            </a:r>
            <a:endParaRPr lang="en-US" sz="1300" dirty="0">
              <a:latin typeface="Graphik" panose="020B0503030202060203" pitchFamily="34" charset="0"/>
            </a:endParaRPr>
          </a:p>
        </p:txBody>
      </p:sp>
      <p:sp>
        <p:nvSpPr>
          <p:cNvPr id="26" name="WC"/>
          <p:cNvSpPr/>
          <p:nvPr/>
        </p:nvSpPr>
        <p:spPr>
          <a:xfrm>
            <a:off x="484632" y="2737285"/>
            <a:ext cx="3703320" cy="210312"/>
          </a:xfrm>
          <a:prstGeom prst="rect">
            <a:avLst/>
          </a:prstGeom>
          <a:noFill/>
          <a:ln/>
        </p:spPr>
        <p:txBody>
          <a:bodyPr wrap="square" lIns="0" tIns="0" rIns="0" bIns="0" rtlCol="0" anchor="t"/>
          <a:lstStyle/>
          <a:p>
            <a:pPr marL="0" indent="0">
              <a:buNone/>
            </a:pPr>
            <a:r>
              <a:rPr lang="en-US" sz="1000" b="1" dirty="0">
                <a:solidFill>
                  <a:srgbClr val="A100FF"/>
                </a:solidFill>
                <a:latin typeface="Graphik" panose="020B0503030202060203" pitchFamily="34" charset="0"/>
                <a:ea typeface="Calibri" pitchFamily="34" charset="-122"/>
                <a:cs typeface="Calibri" pitchFamily="34" charset="-120"/>
              </a:rPr>
              <a:t>[Previous Company]</a:t>
            </a:r>
            <a:r>
              <a:rPr lang="en-US" sz="850" dirty="0">
                <a:solidFill>
                  <a:srgbClr val="888888"/>
                </a:solidFill>
                <a:latin typeface="Graphik" panose="020B0503030202060203" pitchFamily="34" charset="0"/>
                <a:ea typeface="Calibri" pitchFamily="34" charset="-122"/>
                <a:cs typeface="Calibri" pitchFamily="34" charset="-120"/>
              </a:rPr>
              <a:t xml:space="preserve">  </a:t>
            </a:r>
            <a:endParaRPr lang="en-US" sz="1000" dirty="0">
              <a:latin typeface="Graphik" panose="020B0503030202060203" pitchFamily="34" charset="0"/>
            </a:endParaRPr>
          </a:p>
        </p:txBody>
      </p:sp>
      <p:sp>
        <p:nvSpPr>
          <p:cNvPr id="27" name="HLs"/>
          <p:cNvSpPr/>
          <p:nvPr/>
        </p:nvSpPr>
        <p:spPr>
          <a:xfrm>
            <a:off x="484632" y="2993317"/>
            <a:ext cx="3800000" cy="1280160"/>
          </a:xfrm>
          <a:prstGeom prst="rect">
            <a:avLst/>
          </a:prstGeom>
          <a:noFill/>
          <a:ln/>
        </p:spPr>
        <p:txBody>
          <a:bodyPr wrap="square" lIns="0" tIns="0" rIns="0" bIns="0" rtlCol="0" anchor="t"/>
          <a:lstStyle/>
          <a:p>
            <a:pPr marL="0" indent="0">
              <a:lnSpc>
                <a:spcPct val="130000"/>
              </a:lnSpc>
              <a:buNone/>
            </a:pPr>
            <a:r>
              <a:rPr lang="en-US" sz="1050" dirty="0">
                <a:solidFill>
                  <a:srgbClr val="4A4A4A"/>
                </a:solidFill>
                <a:latin typeface="Graphik" panose="020B0503030202060203" pitchFamily="34" charset="0"/>
                <a:ea typeface="Calibri" pitchFamily="34" charset="-122"/>
                <a:cs typeface="Calibri" pitchFamily="34" charset="-120"/>
              </a:rPr>
              <a:t>[Brief description of your previous work: scope, contributions, technical skills used, and impact created. Keep to 3-4 lines.]</a:t>
            </a:r>
            <a:endParaRPr lang="en-US" sz="1050" dirty="0">
              <a:latin typeface="Graphik" panose="020B0503030202060203" pitchFamily="34" charset="0"/>
            </a:endParaRPr>
          </a:p>
        </p:txBody>
      </p:sp>
      <p:sp>
        <p:nvSpPr>
          <p:cNvPr id="201" name="RH"/>
          <p:cNvSpPr/>
          <p:nvPr/>
        </p:nvSpPr>
        <p:spPr>
          <a:xfrm>
            <a:off x="4589704" y="2096988"/>
            <a:ext cx="4014800" cy="274320"/>
          </a:xfrm>
          <a:prstGeom prst="roundRect">
            <a:avLst>
              <a:gd name="adj" fmla="val 5000"/>
            </a:avLst>
          </a:prstGeom>
          <a:solidFill>
            <a:srgbClr val="A100FF"/>
          </a:solidFill>
          <a:ln/>
        </p:spPr>
        <p:txBody>
          <a:bodyPr/>
          <a:lstStyle/>
          <a:p>
            <a:endParaRPr lang="en-US">
              <a:latin typeface="Graphik" panose="020B0503030202060203" pitchFamily="34" charset="0"/>
            </a:endParaRPr>
          </a:p>
        </p:txBody>
      </p:sp>
      <p:sp>
        <p:nvSpPr>
          <p:cNvPr id="202" name="RHL"/>
          <p:cNvSpPr/>
          <p:nvPr/>
        </p:nvSpPr>
        <p:spPr>
          <a:xfrm>
            <a:off x="4717720" y="2088181"/>
            <a:ext cx="3703320" cy="274320"/>
          </a:xfrm>
          <a:prstGeom prst="rect">
            <a:avLst/>
          </a:prstGeom>
          <a:noFill/>
          <a:ln/>
        </p:spPr>
        <p:txBody>
          <a:bodyPr wrap="square" lIns="0" tIns="0" rIns="0" bIns="0" rtlCol="0" anchor="ctr"/>
          <a:lstStyle/>
          <a:p>
            <a:pPr marL="0" indent="0">
              <a:buNone/>
            </a:pPr>
            <a:r>
              <a:rPr lang="en-US" sz="1050" b="1" dirty="0">
                <a:solidFill>
                  <a:srgbClr val="FFFFFF"/>
                </a:solidFill>
                <a:latin typeface="Graphik" panose="020B0503030202060203" pitchFamily="34" charset="0"/>
              </a:rPr>
              <a:t>Research</a:t>
            </a:r>
            <a:endParaRPr lang="en-US" sz="1050" dirty="0">
              <a:latin typeface="Graphik" panose="020B0503030202060203" pitchFamily="34" charset="0"/>
            </a:endParaRPr>
          </a:p>
        </p:txBody>
      </p:sp>
      <p:sp>
        <p:nvSpPr>
          <p:cNvPr id="203" name="RE"/>
          <p:cNvSpPr/>
          <p:nvPr/>
        </p:nvSpPr>
        <p:spPr>
          <a:xfrm>
            <a:off x="4607992" y="2490397"/>
            <a:ext cx="3978224" cy="1828800"/>
          </a:xfrm>
          <a:prstGeom prst="rect">
            <a:avLst/>
          </a:prstGeom>
          <a:solidFill>
            <a:srgbClr val="F8F8F8"/>
          </a:solidFill>
          <a:ln/>
        </p:spPr>
        <p:txBody>
          <a:bodyPr/>
          <a:lstStyle/>
          <a:p>
            <a:endParaRPr lang="en-US" sz="2400" dirty="0">
              <a:latin typeface="Graphik" panose="020B0503030202060203" pitchFamily="34" charset="0"/>
            </a:endParaRPr>
          </a:p>
        </p:txBody>
      </p:sp>
      <p:sp>
        <p:nvSpPr>
          <p:cNvPr id="204" name="RR"/>
          <p:cNvSpPr/>
          <p:nvPr/>
        </p:nvSpPr>
        <p:spPr>
          <a:xfrm>
            <a:off x="4699432" y="2526973"/>
            <a:ext cx="3703320" cy="210312"/>
          </a:xfrm>
          <a:prstGeom prst="rect">
            <a:avLst/>
          </a:prstGeom>
          <a:noFill/>
          <a:ln/>
        </p:spPr>
        <p:txBody>
          <a:bodyPr wrap="square" lIns="0" tIns="0" rIns="0" bIns="0" rtlCol="0" anchor="t"/>
          <a:lstStyle/>
          <a:p>
            <a:pPr marL="0" indent="0">
              <a:buNone/>
            </a:pPr>
            <a:r>
              <a:rPr lang="en-US" sz="1050" b="1" dirty="0">
                <a:solidFill>
                  <a:srgbClr val="000000"/>
                </a:solidFill>
                <a:latin typeface="Graphik" panose="020B0503030202060203" pitchFamily="34" charset="0"/>
              </a:rPr>
              <a:t>[Research Title / Topic]</a:t>
            </a:r>
            <a:endParaRPr lang="en-US" sz="1050" dirty="0">
              <a:latin typeface="Graphik" panose="020B0503030202060203" pitchFamily="34" charset="0"/>
            </a:endParaRPr>
          </a:p>
        </p:txBody>
      </p:sp>
      <p:sp>
        <p:nvSpPr>
          <p:cNvPr id="205" name="RC"/>
          <p:cNvSpPr/>
          <p:nvPr/>
        </p:nvSpPr>
        <p:spPr>
          <a:xfrm>
            <a:off x="4699432" y="2737285"/>
            <a:ext cx="3703320" cy="210312"/>
          </a:xfrm>
          <a:prstGeom prst="rect">
            <a:avLst/>
          </a:prstGeom>
          <a:noFill/>
          <a:ln/>
        </p:spPr>
        <p:txBody>
          <a:bodyPr wrap="square" lIns="0" tIns="0" rIns="0" bIns="0" rtlCol="0" anchor="t"/>
          <a:lstStyle/>
          <a:p>
            <a:pPr marL="0" indent="0">
              <a:buNone/>
            </a:pPr>
            <a:r>
              <a:rPr lang="en-US" sz="900" dirty="0">
                <a:solidFill>
                  <a:srgbClr val="6B0F8C"/>
                </a:solidFill>
                <a:latin typeface="Graphik" panose="020B0503030202060203" pitchFamily="34" charset="0"/>
              </a:rPr>
              <a:t>[Lab / Group / Advisor]</a:t>
            </a:r>
            <a:endParaRPr lang="en-US" sz="900" dirty="0">
              <a:latin typeface="Graphik" panose="020B0503030202060203" pitchFamily="34" charset="0"/>
            </a:endParaRPr>
          </a:p>
        </p:txBody>
      </p:sp>
      <p:sp>
        <p:nvSpPr>
          <p:cNvPr id="206" name="RD"/>
          <p:cNvSpPr/>
          <p:nvPr/>
        </p:nvSpPr>
        <p:spPr>
          <a:xfrm>
            <a:off x="4699432" y="2993317"/>
            <a:ext cx="3800000" cy="1280160"/>
          </a:xfrm>
          <a:prstGeom prst="rect">
            <a:avLst/>
          </a:prstGeom>
          <a:noFill/>
          <a:ln/>
        </p:spPr>
        <p:txBody>
          <a:bodyPr wrap="square" lIns="0" tIns="0" rIns="0" bIns="0" rtlCol="0" anchor="t"/>
          <a:lstStyle/>
          <a:p>
            <a:pPr marL="0" indent="0">
              <a:lnSpc>
                <a:spcPct val="130000"/>
              </a:lnSpc>
              <a:buNone/>
            </a:pPr>
            <a:r>
              <a:rPr lang="en-US" sz="1050" dirty="0">
                <a:solidFill>
                  <a:srgbClr val="4A4A4A"/>
                </a:solidFill>
                <a:latin typeface="Graphik" panose="020B0503030202060203" pitchFamily="34" charset="0"/>
              </a:rPr>
              <a:t>[Brief description of your research: focus area, methodology, key contributions, publications, and outcomes. Keep it to 3-4 lines.]</a:t>
            </a:r>
            <a:endParaRPr lang="en-US" sz="1050" dirty="0">
              <a:latin typeface="Graphik" panose="020B0503030202060203" pitchFamily="34" charset="0"/>
            </a:endParaRPr>
          </a:p>
        </p:txBody>
      </p:sp>
      <p:sp>
        <p:nvSpPr>
          <p:cNvPr id="28" name="SKB"/>
          <p:cNvSpPr/>
          <p:nvPr/>
        </p:nvSpPr>
        <p:spPr>
          <a:xfrm>
            <a:off x="374904" y="4424511"/>
            <a:ext cx="3886200" cy="228600"/>
          </a:xfrm>
          <a:prstGeom prst="roundRect">
            <a:avLst>
              <a:gd name="adj" fmla="val 5000"/>
            </a:avLst>
          </a:prstGeom>
          <a:solidFill>
            <a:srgbClr val="F5F5F5"/>
          </a:solidFill>
          <a:ln/>
        </p:spPr>
        <p:txBody>
          <a:bodyPr/>
          <a:lstStyle/>
          <a:p>
            <a:endParaRPr lang="en-US">
              <a:latin typeface="Graphik" panose="020B0503030202060203" pitchFamily="34" charset="0"/>
            </a:endParaRPr>
          </a:p>
        </p:txBody>
      </p:sp>
      <p:sp>
        <p:nvSpPr>
          <p:cNvPr id="29" name="SKL"/>
          <p:cNvSpPr/>
          <p:nvPr/>
        </p:nvSpPr>
        <p:spPr>
          <a:xfrm>
            <a:off x="466344" y="4424511"/>
            <a:ext cx="3703320" cy="228600"/>
          </a:xfrm>
          <a:prstGeom prst="rect">
            <a:avLst/>
          </a:prstGeom>
          <a:noFill/>
          <a:ln/>
        </p:spPr>
        <p:txBody>
          <a:bodyPr wrap="square" lIns="0" tIns="0" rIns="0" bIns="0" rtlCol="0" anchor="ctr"/>
          <a:lstStyle/>
          <a:p>
            <a:pPr marL="0" indent="0">
              <a:buNone/>
            </a:pPr>
            <a:r>
              <a:rPr lang="en-US" sz="800" b="1" dirty="0">
                <a:solidFill>
                  <a:srgbClr val="000000"/>
                </a:solidFill>
                <a:latin typeface="Graphik" panose="020B0503030202060203" pitchFamily="34" charset="0"/>
                <a:ea typeface="Calibri" pitchFamily="34" charset="-122"/>
                <a:cs typeface="Calibri" pitchFamily="34" charset="-120"/>
              </a:rPr>
              <a:t xml:space="preserve">Domains:  </a:t>
            </a:r>
            <a:r>
              <a:rPr lang="en-US" sz="800" dirty="0">
                <a:solidFill>
                  <a:srgbClr val="4A4A4A"/>
                </a:solidFill>
                <a:latin typeface="Graphik" panose="020B0503030202060203" pitchFamily="34" charset="0"/>
                <a:ea typeface="Calibri" pitchFamily="34" charset="-122"/>
                <a:cs typeface="Calibri" pitchFamily="34" charset="-120"/>
              </a:rPr>
              <a:t>[Domain 1]  ·  [Domain 2]  ·  [Domain 3]  ·  [Domain 4]  ·  [Domain 5]</a:t>
            </a:r>
            <a:endParaRPr lang="en-US" sz="800" dirty="0">
              <a:latin typeface="Graphik" panose="020B0503030202060203" pitchFamily="34" charset="0"/>
            </a:endParaRPr>
          </a:p>
        </p:txBody>
      </p:sp>
      <p:sp>
        <p:nvSpPr>
          <p:cNvPr id="30" name="AB"/>
          <p:cNvSpPr/>
          <p:nvPr/>
        </p:nvSpPr>
        <p:spPr>
          <a:xfrm>
            <a:off x="393192" y="4338866"/>
            <a:ext cx="8229600" cy="365760"/>
          </a:xfrm>
          <a:prstGeom prst="roundRect">
            <a:avLst>
              <a:gd name="adj" fmla="val 6000"/>
            </a:avLst>
          </a:prstGeom>
          <a:solidFill>
            <a:srgbClr val="F8F0FF"/>
          </a:solidFill>
          <a:ln/>
        </p:spPr>
        <p:txBody>
          <a:bodyPr/>
          <a:lstStyle/>
          <a:p>
            <a:endParaRPr lang="en-US">
              <a:latin typeface="Graphik" panose="020B0503030202060203" pitchFamily="34" charset="0"/>
            </a:endParaRPr>
          </a:p>
        </p:txBody>
      </p:sp>
      <p:sp>
        <p:nvSpPr>
          <p:cNvPr id="32" name="AT"/>
          <p:cNvSpPr/>
          <p:nvPr/>
        </p:nvSpPr>
        <p:spPr>
          <a:xfrm>
            <a:off x="484632" y="4338866"/>
            <a:ext cx="8138160" cy="365760"/>
          </a:xfrm>
          <a:prstGeom prst="rect">
            <a:avLst/>
          </a:prstGeom>
          <a:noFill/>
          <a:ln/>
        </p:spPr>
        <p:txBody>
          <a:bodyPr wrap="square" lIns="0" tIns="0" rIns="0" bIns="0" rtlCol="0" anchor="ctr"/>
          <a:lstStyle/>
          <a:p>
            <a:pPr marL="0" indent="0">
              <a:buNone/>
            </a:pPr>
            <a:r>
              <a:rPr lang="en-US" sz="825" b="1" dirty="0">
                <a:solidFill>
                  <a:srgbClr val="7030A0"/>
                </a:solidFill>
                <a:latin typeface="Graphik" panose="020B0503030202060203" pitchFamily="34" charset="0"/>
                <a:ea typeface="Calibri" pitchFamily="34" charset="-122"/>
                <a:cs typeface="Calibri" pitchFamily="34" charset="-120"/>
              </a:rPr>
              <a:t xml:space="preserve">Highlights:  </a:t>
            </a:r>
            <a:r>
              <a:rPr lang="en-US" sz="800" dirty="0">
                <a:solidFill>
                  <a:srgbClr val="4A4A4A"/>
                </a:solidFill>
                <a:latin typeface="Graphik" panose="020B0503030202060203" pitchFamily="34" charset="0"/>
                <a:ea typeface="Calibri" pitchFamily="34" charset="-122"/>
                <a:cs typeface="Calibri" pitchFamily="34" charset="-120"/>
              </a:rPr>
              <a:t xml:space="preserve">[Award/Recognition 1]  ·  [Award/Recognition 2]  ·  [Award/Recognition 3]   </a:t>
            </a:r>
            <a:endParaRPr lang="en-US" sz="825" dirty="0">
              <a:latin typeface="Graphik" panose="020B0503030202060203" pitchFamily="34" charset="0"/>
            </a:endParaRPr>
          </a:p>
        </p:txBody>
      </p:sp>
      <p:sp>
        <p:nvSpPr>
          <p:cNvPr id="33" name="F1"/>
          <p:cNvSpPr>
            <a:spLocks/>
          </p:cNvSpPr>
          <p:nvPr/>
        </p:nvSpPr>
        <p:spPr>
          <a:xfrm>
            <a:off x="274320" y="4663440"/>
            <a:ext cx="365760" cy="365760"/>
          </a:xfrm>
          <a:prstGeom prst="rect">
            <a:avLst/>
          </a:prstGeom>
          <a:noFill/>
          <a:ln/>
        </p:spPr>
        <p:txBody>
          <a:bodyPr wrap="square" lIns="0" tIns="0" rIns="0" bIns="0" rtlCol="0" anchor="ctr" anchorCtr="0">
            <a:noAutofit/>
          </a:bodyPr>
          <a:lstStyle/>
          <a:p>
            <a:r>
              <a:rPr lang="en-US" sz="2200" b="1" dirty="0">
                <a:solidFill>
                  <a:srgbClr val="A100FF"/>
                </a:solidFill>
                <a:latin typeface="Graphik" panose="020B0503030202060203" pitchFamily="34" charset="0"/>
                <a:ea typeface="Arial Black" pitchFamily="34" charset="-122"/>
                <a:cs typeface="Arial Black" pitchFamily="34" charset="-120"/>
              </a:rPr>
              <a:t>&gt;</a:t>
            </a:r>
            <a:endParaRPr lang="en-US" sz="2200" dirty="0">
              <a:latin typeface="Graphik" panose="020B0503030202060203" pitchFamily="34" charset="0"/>
            </a:endParaRPr>
          </a:p>
        </p:txBody>
      </p:sp>
      <p:sp>
        <p:nvSpPr>
          <p:cNvPr id="34" name="F2"/>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888888"/>
                </a:solidFill>
                <a:latin typeface="Graphik" panose="020B0503030202060203" pitchFamily="34" charset="0"/>
                <a:ea typeface="Calibri" pitchFamily="34" charset="-122"/>
                <a:cs typeface="Calibri" pitchFamily="34" charset="-120"/>
              </a:rPr>
              <a:t>Copyright © 2026 Accenture. All rights reserved.</a:t>
            </a:r>
            <a:endParaRPr lang="en-US" sz="700" dirty="0">
              <a:latin typeface="Graphik" panose="020B0503030202060203" pitchFamily="34" charset="0"/>
            </a:endParaRPr>
          </a:p>
        </p:txBody>
      </p:sp>
      <p:sp>
        <p:nvSpPr>
          <p:cNvPr id="37" name="XInline"/>
          <p:cNvSpPr/>
          <p:nvPr/>
        </p:nvSpPr>
        <p:spPr>
          <a:xfrm>
            <a:off x="438912" y="3986664"/>
            <a:ext cx="8183880" cy="228796"/>
          </a:xfrm>
          <a:prstGeom prst="rect">
            <a:avLst/>
          </a:prstGeom>
          <a:noFill/>
          <a:ln/>
        </p:spPr>
        <p:txBody>
          <a:bodyPr wrap="square" lIns="0" tIns="0" rIns="0" bIns="0" rtlCol="0" anchor="t"/>
          <a:lstStyle/>
          <a:p>
            <a:pPr marL="0" indent="0">
              <a:buNone/>
            </a:pPr>
            <a:r>
              <a:rPr lang="en-US" sz="1000" dirty="0">
                <a:solidFill>
                  <a:srgbClr val="4A4A4A"/>
                </a:solidFill>
                <a:latin typeface="Graphik" panose="020B0503030202060203" pitchFamily="34" charset="0"/>
                <a:ea typeface="Calibri" pitchFamily="34" charset="-122"/>
                <a:cs typeface="Calibri" pitchFamily="34" charset="-120"/>
              </a:rPr>
              <a:t xml:space="preserve">  [Capability 1]  ·  [Capability 2]  ·  [Capability 3]  ·  [Capability 4]  ·  [Capability 5]  ·  [Capability 6]</a:t>
            </a:r>
            <a:endParaRPr lang="en-US" sz="1000" dirty="0">
              <a:latin typeface="Graphik" panose="020B0503030202060203" pitchFamily="34" charset="0"/>
            </a:endParaRPr>
          </a:p>
        </p:txBody>
      </p:sp>
      <p:sp>
        <p:nvSpPr>
          <p:cNvPr id="2" name="Shape 0">
            <a:extLst>
              <a:ext uri="{FF2B5EF4-FFF2-40B4-BE49-F238E27FC236}">
                <a16:creationId xmlns:a16="http://schemas.microsoft.com/office/drawing/2014/main" id="{57A6CB77-B88A-2957-C752-37EC4443EF91}"/>
              </a:ext>
            </a:extLst>
          </p:cNvPr>
          <p:cNvSpPr/>
          <p:nvPr/>
        </p:nvSpPr>
        <p:spPr>
          <a:xfrm>
            <a:off x="7058427" y="691992"/>
            <a:ext cx="1371600" cy="1301259"/>
          </a:xfrm>
          <a:prstGeom prst="ellipse">
            <a:avLst/>
          </a:prstGeom>
          <a:solidFill>
            <a:srgbClr val="F0F0F0"/>
          </a:solidFill>
          <a:ln w="25400">
            <a:solidFill>
              <a:srgbClr val="D0D0D0"/>
            </a:solidFill>
            <a:prstDash val="solid"/>
          </a:ln>
        </p:spPr>
        <p:txBody>
          <a:bodyPr wrap="square" lIns="0" tIns="0" rIns="0" bIns="0" rtlCol="0" anchor="ctr" anchorCtr="1"/>
          <a:lstStyle/>
          <a:p>
            <a:pPr algn="ctr">
              <a:buNone/>
            </a:pPr>
            <a:r>
              <a:rPr lang="en-US" sz="1000" dirty="0">
                <a:solidFill>
                  <a:srgbClr val="888888"/>
                </a:solidFill>
                <a:latin typeface="Graphik" panose="020B0503030202060203" pitchFamily="34" charset="0"/>
              </a:rPr>
              <a:t>[Photo]</a:t>
            </a:r>
            <a:endParaRPr lang="en-US" dirty="0">
              <a:latin typeface="Graphik" panose="020B050303020206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
          <p:cNvSpPr/>
          <p:nvPr/>
        </p:nvSpPr>
        <p:spPr>
          <a:xfrm>
            <a:off x="457200" y="137160"/>
            <a:ext cx="8229600" cy="457200"/>
          </a:xfrm>
          <a:prstGeom prst="rect">
            <a:avLst/>
          </a:prstGeom>
          <a:noFill/>
          <a:ln/>
        </p:spPr>
        <p:txBody>
          <a:bodyPr wrap="square" lIns="0" tIns="0" rIns="0" bIns="0" rtlCol="0" anchor="ctr"/>
          <a:lstStyle/>
          <a:p>
            <a:pPr marL="0" indent="0" algn="ctr">
              <a:buNone/>
            </a:pPr>
            <a:r>
              <a:rPr lang="en-US" sz="2800" b="1" dirty="0">
                <a:solidFill>
                  <a:srgbClr val="000000"/>
                </a:solidFill>
                <a:latin typeface="Graphik" panose="020B0503030202060203" pitchFamily="34" charset="0"/>
                <a:ea typeface="Calibri" pitchFamily="34" charset="-122"/>
                <a:cs typeface="Calibri" pitchFamily="34" charset="-120"/>
              </a:rPr>
              <a:t>Engagements at a Glance</a:t>
            </a:r>
            <a:endParaRPr lang="en-US" sz="2800" dirty="0">
              <a:latin typeface="Graphik" panose="020B0503030202060203" pitchFamily="34" charset="0"/>
            </a:endParaRPr>
          </a:p>
        </p:txBody>
      </p:sp>
      <p:sp>
        <p:nvSpPr>
          <p:cNvPr id="6" name="LBG"/>
          <p:cNvSpPr/>
          <p:nvPr/>
        </p:nvSpPr>
        <p:spPr>
          <a:xfrm>
            <a:off x="365760" y="731520"/>
            <a:ext cx="4023360" cy="3840480"/>
          </a:xfrm>
          <a:prstGeom prst="roundRect">
            <a:avLst>
              <a:gd name="adj" fmla="val 5000"/>
            </a:avLst>
          </a:prstGeom>
          <a:solidFill>
            <a:srgbClr val="F8F0FF"/>
          </a:solidFill>
          <a:ln w="6350">
            <a:solidFill>
              <a:srgbClr val="E8D5F5"/>
            </a:solidFill>
          </a:ln>
        </p:spPr>
        <p:txBody>
          <a:bodyPr/>
          <a:lstStyle/>
          <a:p>
            <a:endParaRPr lang="en-US" dirty="0">
              <a:latin typeface="Graphik" panose="020B0503030202060203" pitchFamily="34" charset="0"/>
            </a:endParaRPr>
          </a:p>
        </p:txBody>
      </p:sp>
      <p:sp>
        <p:nvSpPr>
          <p:cNvPr id="8" name="LTag"/>
          <p:cNvSpPr/>
          <p:nvPr/>
        </p:nvSpPr>
        <p:spPr>
          <a:xfrm>
            <a:off x="548640" y="868680"/>
            <a:ext cx="1097280" cy="228600"/>
          </a:xfrm>
          <a:prstGeom prst="roundRect">
            <a:avLst>
              <a:gd name="adj" fmla="val 16000"/>
            </a:avLst>
          </a:prstGeom>
          <a:solidFill>
            <a:srgbClr val="A100FF"/>
          </a:solidFill>
          <a:ln/>
        </p:spPr>
        <p:txBody>
          <a:bodyPr wrap="square" lIns="0" tIns="0" rIns="0" bIns="0" rtlCol="0" anchor="ctr"/>
          <a:lstStyle/>
          <a:p>
            <a:pPr algn="ctr">
              <a:buNone/>
            </a:pPr>
            <a:r>
              <a:rPr lang="en-US" sz="850" b="1">
                <a:solidFill>
                  <a:srgbClr val="FFFFFF"/>
                </a:solidFill>
                <a:latin typeface="Graphik" panose="020B0503030202060203" pitchFamily="34" charset="0"/>
              </a:rPr>
              <a:t>External Project</a:t>
            </a:r>
          </a:p>
        </p:txBody>
      </p:sp>
      <p:sp>
        <p:nvSpPr>
          <p:cNvPr id="50" name="LIcon"/>
          <p:cNvSpPr/>
          <p:nvPr/>
        </p:nvSpPr>
        <p:spPr>
          <a:xfrm>
            <a:off x="548640" y="1188720"/>
            <a:ext cx="274320" cy="274320"/>
          </a:xfrm>
          <a:prstGeom prst="ellipse">
            <a:avLst/>
          </a:prstGeom>
          <a:solidFill>
            <a:srgbClr val="A100FF">
              <a:alpha val="15000"/>
            </a:srgbClr>
          </a:solidFill>
          <a:ln w="0">
            <a:noFill/>
          </a:ln>
        </p:spPr>
        <p:txBody>
          <a:bodyPr wrap="square" lIns="0" tIns="0" rIns="0" bIns="0" anchor="ctr"/>
          <a:lstStyle/>
          <a:p>
            <a:pPr algn="ctr">
              <a:buNone/>
            </a:pPr>
            <a:r>
              <a:rPr lang="en-US" sz="1200">
                <a:solidFill>
                  <a:srgbClr val="A100FF"/>
                </a:solidFill>
                <a:latin typeface="Segoe UI Emoji"/>
              </a:rPr>
              <a:t>⚙</a:t>
            </a:r>
          </a:p>
        </p:txBody>
      </p:sp>
      <p:sp>
        <p:nvSpPr>
          <p:cNvPr id="10" name="LN"/>
          <p:cNvSpPr/>
          <p:nvPr/>
        </p:nvSpPr>
        <p:spPr>
          <a:xfrm>
            <a:off x="868680" y="1188720"/>
            <a:ext cx="3383280" cy="274320"/>
          </a:xfrm>
          <a:prstGeom prst="rect">
            <a:avLst/>
          </a:prstGeom>
          <a:noFill/>
          <a:ln/>
        </p:spPr>
        <p:txBody>
          <a:bodyPr wrap="square" lIns="0" tIns="0" rIns="0" bIns="0" rtlCol="0" anchor="ctr"/>
          <a:lstStyle/>
          <a:p>
            <a:pPr marL="0" indent="0">
              <a:buNone/>
            </a:pPr>
            <a:r>
              <a:rPr lang="en-US" sz="1600" b="1">
                <a:solidFill>
                  <a:srgbClr val="1A1A2E"/>
                </a:solidFill>
                <a:latin typeface="Graphik" panose="020B0503030202060203" pitchFamily="34" charset="0"/>
                <a:ea typeface="Calibri" pitchFamily="34" charset="-122"/>
                <a:cs typeface="Calibri" pitchFamily="34" charset="-120"/>
              </a:rPr>
              <a:t>[Project 1 Name]</a:t>
            </a:r>
          </a:p>
        </p:txBody>
      </p:sp>
      <p:sp>
        <p:nvSpPr>
          <p:cNvPr id="30" name="LDesc"/>
          <p:cNvSpPr/>
          <p:nvPr/>
        </p:nvSpPr>
        <p:spPr>
          <a:xfrm>
            <a:off x="548640" y="1554480"/>
            <a:ext cx="3703320" cy="365760"/>
          </a:xfrm>
          <a:prstGeom prst="rect">
            <a:avLst/>
          </a:prstGeom>
          <a:noFill/>
          <a:ln/>
        </p:spPr>
        <p:txBody>
          <a:bodyPr wrap="square" lIns="0" tIns="0" rIns="0" bIns="0" rtlCol="0" anchor="t"/>
          <a:lstStyle/>
          <a:p>
            <a:pPr marL="0" indent="0">
              <a:buNone/>
            </a:pPr>
            <a:r>
              <a:rPr lang="en-US" sz="900" i="1">
                <a:solidFill>
                  <a:srgbClr val="666666"/>
                </a:solidFill>
                <a:latin typeface="Graphik" panose="020B0503030202060203" pitchFamily="34" charset="0"/>
              </a:rPr>
              <a:t>[One-line description of project 1: client context, your scope, and what you contributed.]</a:t>
            </a:r>
          </a:p>
        </p:txBody>
      </p:sp>
      <p:sp>
        <p:nvSpPr>
          <p:cNvPr id="31" name="LDiv"/>
          <p:cNvSpPr/>
          <p:nvPr/>
        </p:nvSpPr>
        <p:spPr>
          <a:xfrm>
            <a:off x="548640" y="1996440"/>
            <a:ext cx="3703320" cy="9144"/>
          </a:xfrm>
          <a:prstGeom prst="rect">
            <a:avLst/>
          </a:prstGeom>
          <a:solidFill>
            <a:srgbClr val="D0B8E8"/>
          </a:solidFill>
          <a:ln/>
        </p:spPr>
        <p:txBody>
          <a:bodyPr/>
          <a:lstStyle/>
          <a:p>
            <a:endParaRPr lang="en-US"/>
          </a:p>
        </p:txBody>
      </p:sp>
      <p:sp>
        <p:nvSpPr>
          <p:cNvPr id="32" name="LDelH"/>
          <p:cNvSpPr/>
          <p:nvPr/>
        </p:nvSpPr>
        <p:spPr>
          <a:xfrm>
            <a:off x="548640" y="2057400"/>
            <a:ext cx="3703320" cy="182880"/>
          </a:xfrm>
          <a:prstGeom prst="rect">
            <a:avLst/>
          </a:prstGeom>
          <a:noFill/>
          <a:ln/>
        </p:spPr>
        <p:txBody>
          <a:bodyPr wrap="square" lIns="0" tIns="0" rIns="0" bIns="0" rtlCol="0" anchor="ctr"/>
          <a:lstStyle/>
          <a:p>
            <a:pPr marL="0" indent="0">
              <a:buNone/>
            </a:pPr>
            <a:r>
              <a:rPr lang="en-US" sz="800" b="1" spc="120">
                <a:solidFill>
                  <a:srgbClr val="A100FF"/>
                </a:solidFill>
                <a:latin typeface="Graphik" panose="020B0503030202060203" pitchFamily="34" charset="0"/>
              </a:rPr>
              <a:t>KEY DELIVERABLES</a:t>
            </a:r>
          </a:p>
        </p:txBody>
      </p:sp>
      <p:sp>
        <p:nvSpPr>
          <p:cNvPr id="33" name="LDel"/>
          <p:cNvSpPr/>
          <p:nvPr/>
        </p:nvSpPr>
        <p:spPr>
          <a:xfrm>
            <a:off x="548640" y="2286000"/>
            <a:ext cx="3703320" cy="1371600"/>
          </a:xfrm>
          <a:prstGeom prst="rect">
            <a:avLst/>
          </a:prstGeom>
          <a:noFill/>
          <a:ln/>
        </p:spPr>
        <p:txBody>
          <a:bodyPr wrap="square" lIns="0" tIns="0" rIns="0" bIns="0" rtlCol="0" anchor="t"/>
          <a:lstStyle/>
          <a:p>
            <a:pPr marL="182880" indent="-182880" algn="l">
              <a:buNone/>
            </a:pPr>
            <a:r>
              <a:rPr lang="en-US" sz="900" dirty="0">
                <a:solidFill>
                  <a:srgbClr val="A100FF"/>
                </a:solidFill>
                <a:latin typeface="Segoe UI Symbol"/>
              </a:rPr>
              <a:t xml:space="preserve">⬢  </a:t>
            </a:r>
            <a:r>
              <a:rPr lang="en-US" sz="900" dirty="0">
                <a:solidFill>
                  <a:srgbClr val="333333"/>
                </a:solidFill>
                <a:latin typeface="Graphik" panose="020B0503030202060203" pitchFamily="34" charset="0"/>
              </a:rPr>
              <a:t>[Project 1 deliverable 1 — short description of output and impact]</a:t>
            </a:r>
          </a:p>
          <a:p>
            <a:pPr marL="182880" indent="-182880" algn="l">
              <a:spcBef>
                <a:spcPts val="500"/>
              </a:spcBef>
              <a:buNone/>
            </a:pPr>
            <a:r>
              <a:rPr lang="en-US" sz="900" dirty="0">
                <a:solidFill>
                  <a:srgbClr val="A100FF"/>
                </a:solidFill>
                <a:latin typeface="Segoe UI Symbol"/>
              </a:rPr>
              <a:t xml:space="preserve">⬢  </a:t>
            </a:r>
            <a:r>
              <a:rPr lang="en-US" sz="900" dirty="0">
                <a:solidFill>
                  <a:srgbClr val="333333"/>
                </a:solidFill>
                <a:latin typeface="Graphik" panose="020B0503030202060203" pitchFamily="34" charset="0"/>
              </a:rPr>
              <a:t>[Project 1 deliverable 2 — short description of output and impact]</a:t>
            </a:r>
          </a:p>
          <a:p>
            <a:pPr marL="182880" indent="-182880" algn="l">
              <a:spcBef>
                <a:spcPts val="500"/>
              </a:spcBef>
              <a:buNone/>
            </a:pPr>
            <a:r>
              <a:rPr lang="en-US" sz="900" dirty="0">
                <a:solidFill>
                  <a:srgbClr val="A100FF"/>
                </a:solidFill>
                <a:latin typeface="Segoe UI Symbol"/>
              </a:rPr>
              <a:t xml:space="preserve">⬢  </a:t>
            </a:r>
            <a:r>
              <a:rPr lang="en-US" sz="900" dirty="0">
                <a:solidFill>
                  <a:srgbClr val="333333"/>
                </a:solidFill>
                <a:latin typeface="Graphik" panose="020B0503030202060203" pitchFamily="34" charset="0"/>
              </a:rPr>
              <a:t>[Project 1 deliverable 3 — short description of output and impact]</a:t>
            </a:r>
          </a:p>
        </p:txBody>
      </p:sp>
      <p:sp>
        <p:nvSpPr>
          <p:cNvPr id="35" name="LBDiv"/>
          <p:cNvSpPr/>
          <p:nvPr/>
        </p:nvSpPr>
        <p:spPr>
          <a:xfrm>
            <a:off x="548640" y="3794760"/>
            <a:ext cx="3703320" cy="9144"/>
          </a:xfrm>
          <a:prstGeom prst="rect">
            <a:avLst/>
          </a:prstGeom>
          <a:solidFill>
            <a:srgbClr val="D0B8E8"/>
          </a:solidFill>
          <a:ln/>
        </p:spPr>
        <p:txBody>
          <a:bodyPr/>
          <a:lstStyle/>
          <a:p>
            <a:endParaRPr lang="en-US"/>
          </a:p>
        </p:txBody>
      </p:sp>
      <p:sp>
        <p:nvSpPr>
          <p:cNvPr id="12" name="LPMD"/>
          <p:cNvSpPr/>
          <p:nvPr/>
        </p:nvSpPr>
        <p:spPr>
          <a:xfrm>
            <a:off x="548640" y="3840480"/>
            <a:ext cx="3703320" cy="640080"/>
          </a:xfrm>
          <a:prstGeom prst="rect">
            <a:avLst/>
          </a:prstGeom>
          <a:noFill/>
          <a:ln/>
        </p:spPr>
        <p:txBody>
          <a:bodyPr wrap="square" lIns="0" tIns="0" rIns="0" bIns="0" rtlCol="0" anchor="t"/>
          <a:lstStyle/>
          <a:p>
            <a:pPr marL="0" indent="0">
              <a:spcBef>
                <a:spcPts val="400"/>
              </a:spcBef>
              <a:buNone/>
            </a:pPr>
            <a:r>
              <a:rPr lang="en-US" sz="900">
                <a:solidFill>
                  <a:srgbClr val="A100FF"/>
                </a:solidFill>
                <a:latin typeface="Segoe UI Symbol"/>
              </a:rPr>
              <a:t xml:space="preserve">👤 </a:t>
            </a:r>
            <a:r>
              <a:rPr lang="en-US" sz="900" b="1">
                <a:solidFill>
                  <a:srgbClr val="555555"/>
                </a:solidFill>
                <a:latin typeface="Graphik" panose="020B0503030202060203" pitchFamily="34" charset="0"/>
              </a:rPr>
              <a:t>PM:</a:t>
            </a:r>
            <a:r>
              <a:rPr lang="en-US" sz="900">
                <a:solidFill>
                  <a:srgbClr val="555555"/>
                </a:solidFill>
                <a:latin typeface="Graphik" panose="020B0503030202060203" pitchFamily="34" charset="0"/>
              </a:rPr>
              <a:t xml:space="preserve">  [PM Name]</a:t>
            </a:r>
          </a:p>
          <a:p>
            <a:pPr marL="0" indent="0">
              <a:spcBef>
                <a:spcPts val="300"/>
              </a:spcBef>
              <a:buNone/>
            </a:pPr>
            <a:r>
              <a:rPr lang="en-US" sz="900">
                <a:solidFill>
                  <a:srgbClr val="A100FF"/>
                </a:solidFill>
                <a:latin typeface="Segoe UI Symbol"/>
              </a:rPr>
              <a:t xml:space="preserve">👤 </a:t>
            </a:r>
            <a:r>
              <a:rPr lang="en-US" sz="900" b="1">
                <a:solidFill>
                  <a:srgbClr val="555555"/>
                </a:solidFill>
                <a:latin typeface="Graphik" panose="020B0503030202060203" pitchFamily="34" charset="0"/>
              </a:rPr>
              <a:t>MD:</a:t>
            </a:r>
            <a:r>
              <a:rPr lang="en-US" sz="900">
                <a:solidFill>
                  <a:srgbClr val="555555"/>
                </a:solidFill>
                <a:latin typeface="Graphik" panose="020B0503030202060203" pitchFamily="34" charset="0"/>
              </a:rPr>
              <a:t xml:space="preserve">  [MD Name]</a:t>
            </a:r>
          </a:p>
        </p:txBody>
      </p:sp>
      <p:sp>
        <p:nvSpPr>
          <p:cNvPr id="14" name="RBG"/>
          <p:cNvSpPr/>
          <p:nvPr/>
        </p:nvSpPr>
        <p:spPr>
          <a:xfrm>
            <a:off x="4754880" y="731520"/>
            <a:ext cx="4023360" cy="3840480"/>
          </a:xfrm>
          <a:prstGeom prst="roundRect">
            <a:avLst>
              <a:gd name="adj" fmla="val 5000"/>
            </a:avLst>
          </a:prstGeom>
          <a:solidFill>
            <a:srgbClr val="F8F0FF"/>
          </a:solidFill>
          <a:ln w="6350">
            <a:solidFill>
              <a:srgbClr val="E8D5F5"/>
            </a:solidFill>
          </a:ln>
        </p:spPr>
        <p:txBody>
          <a:bodyPr/>
          <a:lstStyle/>
          <a:p>
            <a:endParaRPr lang="en-US">
              <a:latin typeface="Graphik" panose="020B0503030202060203" pitchFamily="34" charset="0"/>
            </a:endParaRPr>
          </a:p>
        </p:txBody>
      </p:sp>
      <p:sp>
        <p:nvSpPr>
          <p:cNvPr id="16" name="RTag"/>
          <p:cNvSpPr/>
          <p:nvPr/>
        </p:nvSpPr>
        <p:spPr>
          <a:xfrm>
            <a:off x="4937760" y="868680"/>
            <a:ext cx="1097280" cy="228600"/>
          </a:xfrm>
          <a:prstGeom prst="roundRect">
            <a:avLst>
              <a:gd name="adj" fmla="val 16000"/>
            </a:avLst>
          </a:prstGeom>
          <a:solidFill>
            <a:srgbClr val="460073"/>
          </a:solidFill>
          <a:ln/>
        </p:spPr>
        <p:txBody>
          <a:bodyPr wrap="square" lIns="0" tIns="0" rIns="0" bIns="0" rtlCol="0" anchor="ctr"/>
          <a:lstStyle/>
          <a:p>
            <a:pPr algn="ctr">
              <a:buNone/>
            </a:pPr>
            <a:r>
              <a:rPr lang="en-US" sz="850" b="1">
                <a:solidFill>
                  <a:srgbClr val="FFFFFF"/>
                </a:solidFill>
                <a:latin typeface="Graphik" panose="020B0503030202060203" pitchFamily="34" charset="0"/>
              </a:rPr>
              <a:t>Internal Project</a:t>
            </a:r>
          </a:p>
        </p:txBody>
      </p:sp>
      <p:sp>
        <p:nvSpPr>
          <p:cNvPr id="51" name="RIcon"/>
          <p:cNvSpPr/>
          <p:nvPr/>
        </p:nvSpPr>
        <p:spPr>
          <a:xfrm>
            <a:off x="4937760" y="1188720"/>
            <a:ext cx="274320" cy="274320"/>
          </a:xfrm>
          <a:prstGeom prst="ellipse">
            <a:avLst/>
          </a:prstGeom>
          <a:solidFill>
            <a:srgbClr val="460073">
              <a:alpha val="15000"/>
            </a:srgbClr>
          </a:solidFill>
          <a:ln w="0">
            <a:noFill/>
          </a:ln>
        </p:spPr>
        <p:txBody>
          <a:bodyPr wrap="square" lIns="0" tIns="0" rIns="0" bIns="0" anchor="ctr"/>
          <a:lstStyle/>
          <a:p>
            <a:pPr algn="ctr">
              <a:buNone/>
            </a:pPr>
            <a:r>
              <a:rPr lang="en-US" sz="1200">
                <a:solidFill>
                  <a:srgbClr val="460073"/>
                </a:solidFill>
                <a:latin typeface="Segoe UI Emoji"/>
              </a:rPr>
              <a:t>⚡</a:t>
            </a:r>
          </a:p>
        </p:txBody>
      </p:sp>
      <p:sp>
        <p:nvSpPr>
          <p:cNvPr id="18" name="RN"/>
          <p:cNvSpPr/>
          <p:nvPr/>
        </p:nvSpPr>
        <p:spPr>
          <a:xfrm>
            <a:off x="5257800" y="1188720"/>
            <a:ext cx="3383280" cy="274320"/>
          </a:xfrm>
          <a:prstGeom prst="rect">
            <a:avLst/>
          </a:prstGeom>
          <a:noFill/>
          <a:ln/>
        </p:spPr>
        <p:txBody>
          <a:bodyPr wrap="square" lIns="0" tIns="0" rIns="0" bIns="0" rtlCol="0" anchor="ctr"/>
          <a:lstStyle/>
          <a:p>
            <a:pPr marL="0" indent="0">
              <a:buNone/>
            </a:pPr>
            <a:r>
              <a:rPr lang="en-US" sz="1600" b="1">
                <a:solidFill>
                  <a:srgbClr val="1A1A2E"/>
                </a:solidFill>
                <a:latin typeface="Graphik" panose="020B0503030202060203" pitchFamily="34" charset="0"/>
                <a:ea typeface="Calibri" pitchFamily="34" charset="-122"/>
                <a:cs typeface="Calibri" pitchFamily="34" charset="-120"/>
              </a:rPr>
              <a:t>[Project 2 Name]</a:t>
            </a:r>
          </a:p>
        </p:txBody>
      </p:sp>
      <p:sp>
        <p:nvSpPr>
          <p:cNvPr id="40" name="RDesc"/>
          <p:cNvSpPr/>
          <p:nvPr/>
        </p:nvSpPr>
        <p:spPr>
          <a:xfrm>
            <a:off x="4937760" y="1554480"/>
            <a:ext cx="3703320" cy="365760"/>
          </a:xfrm>
          <a:prstGeom prst="rect">
            <a:avLst/>
          </a:prstGeom>
          <a:noFill/>
          <a:ln/>
        </p:spPr>
        <p:txBody>
          <a:bodyPr wrap="square" lIns="0" tIns="0" rIns="0" bIns="0" rtlCol="0" anchor="t"/>
          <a:lstStyle/>
          <a:p>
            <a:pPr marL="0" indent="0">
              <a:buNone/>
            </a:pPr>
            <a:r>
              <a:rPr lang="en-US" sz="900" i="1">
                <a:solidFill>
                  <a:srgbClr val="666666"/>
                </a:solidFill>
                <a:latin typeface="Graphik" panose="020B0503030202060203" pitchFamily="34" charset="0"/>
              </a:rPr>
              <a:t>[One-line description of project 2: client context, your scope, and what you contributed.]</a:t>
            </a:r>
          </a:p>
        </p:txBody>
      </p:sp>
      <p:sp>
        <p:nvSpPr>
          <p:cNvPr id="41" name="RDiv"/>
          <p:cNvSpPr/>
          <p:nvPr/>
        </p:nvSpPr>
        <p:spPr>
          <a:xfrm>
            <a:off x="4937760" y="1996440"/>
            <a:ext cx="3703320" cy="9144"/>
          </a:xfrm>
          <a:prstGeom prst="rect">
            <a:avLst/>
          </a:prstGeom>
          <a:solidFill>
            <a:srgbClr val="D0B8E8"/>
          </a:solidFill>
          <a:ln/>
        </p:spPr>
        <p:txBody>
          <a:bodyPr/>
          <a:lstStyle/>
          <a:p>
            <a:endParaRPr lang="en-US"/>
          </a:p>
        </p:txBody>
      </p:sp>
      <p:sp>
        <p:nvSpPr>
          <p:cNvPr id="42" name="RDelH"/>
          <p:cNvSpPr/>
          <p:nvPr/>
        </p:nvSpPr>
        <p:spPr>
          <a:xfrm>
            <a:off x="4937760" y="2057400"/>
            <a:ext cx="3703320" cy="182880"/>
          </a:xfrm>
          <a:prstGeom prst="rect">
            <a:avLst/>
          </a:prstGeom>
          <a:noFill/>
          <a:ln/>
        </p:spPr>
        <p:txBody>
          <a:bodyPr wrap="square" lIns="0" tIns="0" rIns="0" bIns="0" rtlCol="0" anchor="ctr"/>
          <a:lstStyle/>
          <a:p>
            <a:pPr marL="0" indent="0">
              <a:buNone/>
            </a:pPr>
            <a:r>
              <a:rPr lang="en-US" sz="800" b="1" spc="120">
                <a:solidFill>
                  <a:srgbClr val="460073"/>
                </a:solidFill>
                <a:latin typeface="Graphik" panose="020B0503030202060203" pitchFamily="34" charset="0"/>
              </a:rPr>
              <a:t>KEY DELIVERABLES</a:t>
            </a:r>
          </a:p>
        </p:txBody>
      </p:sp>
      <p:sp>
        <p:nvSpPr>
          <p:cNvPr id="43" name="RDel"/>
          <p:cNvSpPr/>
          <p:nvPr/>
        </p:nvSpPr>
        <p:spPr>
          <a:xfrm>
            <a:off x="4937760" y="2286000"/>
            <a:ext cx="3703320" cy="1371600"/>
          </a:xfrm>
          <a:prstGeom prst="rect">
            <a:avLst/>
          </a:prstGeom>
          <a:noFill/>
          <a:ln/>
        </p:spPr>
        <p:txBody>
          <a:bodyPr wrap="square" lIns="0" tIns="0" rIns="0" bIns="0" rtlCol="0" anchor="t"/>
          <a:lstStyle/>
          <a:p>
            <a:pPr marL="182880" indent="-182880" algn="l">
              <a:buNone/>
            </a:pPr>
            <a:r>
              <a:rPr lang="en-US" sz="900" dirty="0">
                <a:solidFill>
                  <a:srgbClr val="460073"/>
                </a:solidFill>
                <a:latin typeface="Segoe UI Symbol"/>
              </a:rPr>
              <a:t xml:space="preserve">⬢  </a:t>
            </a:r>
            <a:r>
              <a:rPr lang="en-US" sz="900" dirty="0">
                <a:solidFill>
                  <a:srgbClr val="333333"/>
                </a:solidFill>
                <a:latin typeface="Graphik" panose="020B0503030202060203" pitchFamily="34" charset="0"/>
              </a:rPr>
              <a:t>[Project 2 deliverable 1 — short description of output and impact]</a:t>
            </a:r>
          </a:p>
          <a:p>
            <a:pPr marL="182880" indent="-182880" algn="l">
              <a:spcBef>
                <a:spcPts val="500"/>
              </a:spcBef>
              <a:buNone/>
            </a:pPr>
            <a:r>
              <a:rPr lang="en-US" sz="900" dirty="0">
                <a:solidFill>
                  <a:srgbClr val="460073"/>
                </a:solidFill>
                <a:latin typeface="Segoe UI Symbol"/>
              </a:rPr>
              <a:t xml:space="preserve">⬢  </a:t>
            </a:r>
            <a:r>
              <a:rPr lang="en-US" sz="900" dirty="0">
                <a:solidFill>
                  <a:srgbClr val="333333"/>
                </a:solidFill>
                <a:latin typeface="Graphik" panose="020B0503030202060203" pitchFamily="34" charset="0"/>
              </a:rPr>
              <a:t>[Project 2 deliverable 2 — short description of output and impact]</a:t>
            </a:r>
          </a:p>
          <a:p>
            <a:pPr marL="182880" indent="-182880" algn="l">
              <a:spcBef>
                <a:spcPts val="500"/>
              </a:spcBef>
              <a:buNone/>
            </a:pPr>
            <a:r>
              <a:rPr lang="en-US" sz="900" dirty="0">
                <a:solidFill>
                  <a:srgbClr val="460073"/>
                </a:solidFill>
                <a:latin typeface="Segoe UI Symbol"/>
              </a:rPr>
              <a:t xml:space="preserve">⬢  </a:t>
            </a:r>
            <a:r>
              <a:rPr lang="en-US" sz="900" dirty="0">
                <a:solidFill>
                  <a:srgbClr val="333333"/>
                </a:solidFill>
                <a:latin typeface="Graphik" panose="020B0503030202060203" pitchFamily="34" charset="0"/>
              </a:rPr>
              <a:t>AI Agent for post-event DR analysis — load curves, anomaly detection &amp; performance dashboards</a:t>
            </a:r>
          </a:p>
        </p:txBody>
      </p:sp>
      <p:sp>
        <p:nvSpPr>
          <p:cNvPr id="45" name="RBDiv"/>
          <p:cNvSpPr/>
          <p:nvPr/>
        </p:nvSpPr>
        <p:spPr>
          <a:xfrm>
            <a:off x="4937760" y="3794760"/>
            <a:ext cx="3703320" cy="9144"/>
          </a:xfrm>
          <a:prstGeom prst="rect">
            <a:avLst/>
          </a:prstGeom>
          <a:solidFill>
            <a:srgbClr val="D0B8E8"/>
          </a:solidFill>
          <a:ln/>
        </p:spPr>
        <p:txBody>
          <a:bodyPr/>
          <a:lstStyle/>
          <a:p>
            <a:endParaRPr lang="en-US"/>
          </a:p>
        </p:txBody>
      </p:sp>
      <p:sp>
        <p:nvSpPr>
          <p:cNvPr id="20" name="RPMD"/>
          <p:cNvSpPr/>
          <p:nvPr/>
        </p:nvSpPr>
        <p:spPr>
          <a:xfrm>
            <a:off x="4937760" y="3840480"/>
            <a:ext cx="3703320" cy="640080"/>
          </a:xfrm>
          <a:prstGeom prst="rect">
            <a:avLst/>
          </a:prstGeom>
          <a:noFill/>
          <a:ln/>
        </p:spPr>
        <p:txBody>
          <a:bodyPr wrap="square" lIns="0" tIns="0" rIns="0" bIns="0" rtlCol="0" anchor="t"/>
          <a:lstStyle/>
          <a:p>
            <a:pPr marL="0" indent="0">
              <a:spcBef>
                <a:spcPts val="400"/>
              </a:spcBef>
              <a:buNone/>
            </a:pPr>
            <a:r>
              <a:rPr lang="en-US" sz="900">
                <a:solidFill>
                  <a:srgbClr val="460073"/>
                </a:solidFill>
                <a:latin typeface="Segoe UI Symbol"/>
              </a:rPr>
              <a:t xml:space="preserve">👤 </a:t>
            </a:r>
            <a:r>
              <a:rPr lang="en-US" sz="900" b="1">
                <a:solidFill>
                  <a:srgbClr val="555555"/>
                </a:solidFill>
                <a:latin typeface="Graphik" panose="020B0503030202060203" pitchFamily="34" charset="0"/>
              </a:rPr>
              <a:t>PM:</a:t>
            </a:r>
            <a:r>
              <a:rPr lang="en-US" sz="900">
                <a:solidFill>
                  <a:srgbClr val="555555"/>
                </a:solidFill>
                <a:latin typeface="Graphik" panose="020B0503030202060203" pitchFamily="34" charset="0"/>
              </a:rPr>
              <a:t xml:space="preserve">  [PM Name]</a:t>
            </a:r>
          </a:p>
          <a:p>
            <a:pPr marL="0" indent="0">
              <a:spcBef>
                <a:spcPts val="300"/>
              </a:spcBef>
              <a:buNone/>
            </a:pPr>
            <a:r>
              <a:rPr lang="en-US" sz="900">
                <a:solidFill>
                  <a:srgbClr val="460073"/>
                </a:solidFill>
                <a:latin typeface="Segoe UI Symbol"/>
              </a:rPr>
              <a:t xml:space="preserve">👤 </a:t>
            </a:r>
            <a:r>
              <a:rPr lang="en-US" sz="900" b="1">
                <a:solidFill>
                  <a:srgbClr val="555555"/>
                </a:solidFill>
                <a:latin typeface="Graphik" panose="020B0503030202060203" pitchFamily="34" charset="0"/>
              </a:rPr>
              <a:t>MD:</a:t>
            </a:r>
            <a:r>
              <a:rPr lang="en-US" sz="900">
                <a:solidFill>
                  <a:srgbClr val="555555"/>
                </a:solidFill>
                <a:latin typeface="Graphik" panose="020B0503030202060203" pitchFamily="34" charset="0"/>
              </a:rPr>
              <a:t xml:space="preserve">  [MD Name]</a:t>
            </a:r>
          </a:p>
        </p:txBody>
      </p:sp>
      <p:sp>
        <p:nvSpPr>
          <p:cNvPr id="22" name="VD"/>
          <p:cNvSpPr/>
          <p:nvPr/>
        </p:nvSpPr>
        <p:spPr>
          <a:xfrm>
            <a:off x="4548888" y="868680"/>
            <a:ext cx="18288" cy="3566160"/>
          </a:xfrm>
          <a:prstGeom prst="rect">
            <a:avLst/>
          </a:prstGeom>
          <a:solidFill>
            <a:srgbClr val="D0B8E8"/>
          </a:solidFill>
          <a:ln/>
        </p:spPr>
        <p:txBody>
          <a:bodyPr/>
          <a:lstStyle/>
          <a:p>
            <a:endParaRPr lang="en-US"/>
          </a:p>
        </p:txBody>
      </p:sp>
      <p:sp>
        <p:nvSpPr>
          <p:cNvPr id="24" name="F1"/>
          <p:cNvSpPr>
            <a:spLocks/>
          </p:cNvSpPr>
          <p:nvPr/>
        </p:nvSpPr>
        <p:spPr>
          <a:xfrm>
            <a:off x="274320" y="4663440"/>
            <a:ext cx="365760" cy="365760"/>
          </a:xfrm>
          <a:prstGeom prst="rect">
            <a:avLst/>
          </a:prstGeom>
          <a:noFill/>
          <a:ln/>
        </p:spPr>
        <p:txBody>
          <a:bodyPr wrap="square" lIns="0" tIns="0" rIns="0" bIns="0" rtlCol="0" anchor="ctr" anchorCtr="0">
            <a:noAutofit/>
          </a:bodyPr>
          <a:lstStyle/>
          <a:p>
            <a:r>
              <a:rPr lang="en-US" sz="2200" b="1" dirty="0">
                <a:solidFill>
                  <a:srgbClr val="A100FF"/>
                </a:solidFill>
                <a:latin typeface="Graphik" panose="020B0503030202060203" pitchFamily="34" charset="0"/>
                <a:ea typeface="Arial Black" pitchFamily="34" charset="-122"/>
                <a:cs typeface="Arial Black" pitchFamily="34" charset="-120"/>
              </a:rPr>
              <a:t>&gt;</a:t>
            </a:r>
            <a:endParaRPr lang="en-US" sz="2200" dirty="0">
              <a:latin typeface="Graphik" panose="020B0503030202060203" pitchFamily="34" charset="0"/>
            </a:endParaRPr>
          </a:p>
        </p:txBody>
      </p:sp>
      <p:sp>
        <p:nvSpPr>
          <p:cNvPr id="25" name="F2"/>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888888"/>
                </a:solidFill>
                <a:latin typeface="Graphik" panose="020B0503030202060203" pitchFamily="34" charset="0"/>
                <a:ea typeface="Calibri" pitchFamily="34" charset="-122"/>
                <a:cs typeface="Calibri" pitchFamily="34" charset="-120"/>
              </a:rPr>
              <a:t>Copyright © 2026 Accenture. All rights reserved.</a:t>
            </a:r>
            <a:endParaRPr lang="en-US" sz="700" dirty="0">
              <a:latin typeface="Graphik" panose="020B050303020206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Agenda">
    <p:bg>
      <p:bgPr>
        <a:solidFill>
          <a:srgbClr val="FFFFFF"/>
        </a:solidFill>
        <a:effectLst/>
      </p:bgPr>
    </p:bg>
    <p:spTree>
      <p:nvGrpSpPr>
        <p:cNvPr id="1" name=""/>
        <p:cNvGrpSpPr/>
        <p:nvPr/>
      </p:nvGrpSpPr>
      <p:grpSpPr>
        <a:xfrm>
          <a:off x="0" y="0"/>
          <a:ext cx="0" cy="0"/>
          <a:chOff x="0" y="0"/>
          <a:chExt cx="0" cy="0"/>
        </a:xfrm>
      </p:grpSpPr>
      <p:sp>
        <p:nvSpPr>
          <p:cNvPr id="100" name="LineTop"/>
          <p:cNvSpPr/>
          <p:nvPr/>
        </p:nvSpPr>
        <p:spPr>
          <a:xfrm>
            <a:off x="500000" y="200000"/>
            <a:ext cx="0" cy="1500000"/>
          </a:xfrm>
          <a:prstGeom prst="line">
            <a:avLst/>
          </a:prstGeom>
          <a:ln w="9525">
            <a:solidFill>
              <a:srgbClr val="A100FF"/>
            </a:solidFill>
          </a:ln>
        </p:spPr>
        <p:txBody>
          <a:bodyPr/>
          <a:lstStyle/>
          <a:p>
            <a:endParaRPr lang="en-US"/>
          </a:p>
        </p:txBody>
      </p:sp>
      <p:sp>
        <p:nvSpPr>
          <p:cNvPr id="101" name="DotTop"/>
          <p:cNvSpPr/>
          <p:nvPr/>
        </p:nvSpPr>
        <p:spPr>
          <a:xfrm>
            <a:off x="445000" y="1670000"/>
            <a:ext cx="110000" cy="110000"/>
          </a:xfrm>
          <a:prstGeom prst="ellipse">
            <a:avLst/>
          </a:prstGeom>
          <a:solidFill>
            <a:srgbClr val="A100FF"/>
          </a:solidFill>
          <a:ln/>
        </p:spPr>
        <p:txBody>
          <a:bodyPr/>
          <a:lstStyle/>
          <a:p>
            <a:endParaRPr lang="en-US"/>
          </a:p>
        </p:txBody>
      </p:sp>
      <p:sp>
        <p:nvSpPr>
          <p:cNvPr id="102" name="DotBottom"/>
          <p:cNvSpPr/>
          <p:nvPr/>
        </p:nvSpPr>
        <p:spPr>
          <a:xfrm>
            <a:off x="445000" y="3050000"/>
            <a:ext cx="110000" cy="110000"/>
          </a:xfrm>
          <a:prstGeom prst="ellipse">
            <a:avLst/>
          </a:prstGeom>
          <a:solidFill>
            <a:srgbClr val="A100FF"/>
          </a:solidFill>
          <a:ln/>
        </p:spPr>
        <p:txBody>
          <a:bodyPr/>
          <a:lstStyle/>
          <a:p>
            <a:endParaRPr lang="en-US"/>
          </a:p>
        </p:txBody>
      </p:sp>
      <p:sp>
        <p:nvSpPr>
          <p:cNvPr id="103" name="LineBottom"/>
          <p:cNvSpPr/>
          <p:nvPr/>
        </p:nvSpPr>
        <p:spPr>
          <a:xfrm>
            <a:off x="500000" y="3160000"/>
            <a:ext cx="0" cy="1700000"/>
          </a:xfrm>
          <a:prstGeom prst="line">
            <a:avLst/>
          </a:prstGeom>
          <a:ln w="9525">
            <a:solidFill>
              <a:srgbClr val="A100FF"/>
            </a:solidFill>
          </a:ln>
        </p:spPr>
        <p:txBody>
          <a:bodyPr/>
          <a:lstStyle/>
          <a:p>
            <a:endParaRPr lang="en-US"/>
          </a:p>
        </p:txBody>
      </p:sp>
      <p:sp>
        <p:nvSpPr>
          <p:cNvPr id="104" name="AgendaTitle"/>
          <p:cNvSpPr>
            <a:spLocks/>
          </p:cNvSpPr>
          <p:nvPr/>
        </p:nvSpPr>
        <p:spPr>
          <a:xfrm>
            <a:off x="500000" y="2150000"/>
            <a:ext cx="2050000" cy="700000"/>
          </a:xfrm>
          <a:prstGeom prst="rect">
            <a:avLst/>
          </a:prstGeom>
          <a:noFill/>
          <a:ln/>
        </p:spPr>
        <p:txBody>
          <a:bodyPr wrap="square" lIns="0" tIns="0" rIns="0" bIns="0" rtlCol="0" anchor="ctr" anchorCtr="0">
            <a:noAutofit/>
          </a:bodyPr>
          <a:lstStyle/>
          <a:p>
            <a:r>
              <a:rPr lang="en-US" sz="3600" b="1" dirty="0">
                <a:solidFill>
                  <a:srgbClr val="000000"/>
                </a:solidFill>
                <a:latin typeface="Graphik" panose="020B0503030202060203" pitchFamily="34" charset="0"/>
              </a:rPr>
              <a:t>Agenda</a:t>
            </a:r>
            <a:endParaRPr lang="en-US" sz="3600" b="1" dirty="0">
              <a:latin typeface="Graphik" panose="020B0503030202060203" pitchFamily="34" charset="0"/>
            </a:endParaRPr>
          </a:p>
        </p:txBody>
      </p:sp>
      <p:sp>
        <p:nvSpPr>
          <p:cNvPr id="201" name="Num01"/>
          <p:cNvSpPr/>
          <p:nvPr/>
        </p:nvSpPr>
        <p:spPr>
          <a:xfrm>
            <a:off x="2600000" y="380000"/>
            <a:ext cx="800000" cy="600000"/>
          </a:xfrm>
          <a:prstGeom prst="rect">
            <a:avLst/>
          </a:prstGeom>
          <a:noFill/>
          <a:ln/>
        </p:spPr>
        <p:txBody>
          <a:bodyPr wrap="square" lIns="0" tIns="0" rIns="0" bIns="0" rtlCol="0" anchor="ctr" anchorCtr="0"/>
          <a:lstStyle/>
          <a:p>
            <a:pPr marL="0" indent="0">
              <a:buNone/>
            </a:pPr>
            <a:r>
              <a:rPr lang="en-US" sz="3200" b="1" dirty="0">
                <a:solidFill>
                  <a:srgbClr val="222222"/>
                </a:solidFill>
                <a:latin typeface="Graphik" panose="020B0503030202060203" pitchFamily="34" charset="0"/>
              </a:rPr>
              <a:t>01</a:t>
            </a:r>
            <a:endParaRPr lang="en-US" sz="3200" b="1" dirty="0">
              <a:latin typeface="Graphik" panose="020B0503030202060203" pitchFamily="34" charset="0"/>
            </a:endParaRPr>
          </a:p>
        </p:txBody>
      </p:sp>
      <p:sp>
        <p:nvSpPr>
          <p:cNvPr id="202" name="Title01"/>
          <p:cNvSpPr/>
          <p:nvPr/>
        </p:nvSpPr>
        <p:spPr>
          <a:xfrm>
            <a:off x="3500000" y="430000"/>
            <a:ext cx="5300000" cy="280000"/>
          </a:xfrm>
          <a:prstGeom prst="rect">
            <a:avLst/>
          </a:prstGeom>
          <a:noFill/>
          <a:ln/>
        </p:spPr>
        <p:txBody>
          <a:bodyPr wrap="square" lIns="0" tIns="0" rIns="0" bIns="0" rtlCol="0" anchor="t"/>
          <a:lstStyle/>
          <a:p>
            <a:pPr marL="0" indent="0">
              <a:buNone/>
            </a:pPr>
            <a:r>
              <a:rPr lang="en-US" sz="1500" b="1" dirty="0">
                <a:solidFill>
                  <a:srgbClr val="6B0F8C"/>
                </a:solidFill>
                <a:latin typeface="Graphik" panose="020B0503030202060203" pitchFamily="34" charset="0"/>
              </a:rPr>
              <a:t>About Me</a:t>
            </a:r>
            <a:endParaRPr lang="en-US" sz="1500" b="1" dirty="0">
              <a:latin typeface="Graphik" panose="020B0503030202060203" pitchFamily="34" charset="0"/>
            </a:endParaRPr>
          </a:p>
        </p:txBody>
      </p:sp>
      <p:sp>
        <p:nvSpPr>
          <p:cNvPr id="203" name="Sub01"/>
          <p:cNvSpPr/>
          <p:nvPr/>
        </p:nvSpPr>
        <p:spPr>
          <a:xfrm>
            <a:off x="3500000" y="740000"/>
            <a:ext cx="5300000" cy="240000"/>
          </a:xfrm>
          <a:prstGeom prst="rect">
            <a:avLst/>
          </a:prstGeom>
          <a:noFill/>
          <a:ln/>
        </p:spPr>
        <p:txBody>
          <a:bodyPr wrap="square" lIns="0" tIns="0" rIns="0" bIns="0" rtlCol="0" anchor="t"/>
          <a:lstStyle/>
          <a:p>
            <a:pPr marL="0" indent="0">
              <a:buNone/>
            </a:pPr>
            <a:r>
              <a:rPr lang="en-US" sz="1050" dirty="0">
                <a:solidFill>
                  <a:srgbClr val="444444"/>
                </a:solidFill>
                <a:latin typeface="Graphik" panose="020B0503030202060203" pitchFamily="34" charset="0"/>
              </a:rPr>
              <a:t>Background</a:t>
            </a:r>
            <a:endParaRPr lang="en-US" sz="1050" dirty="0">
              <a:latin typeface="Graphik" panose="020B0503030202060203" pitchFamily="34" charset="0"/>
            </a:endParaRPr>
          </a:p>
        </p:txBody>
      </p:sp>
      <p:sp>
        <p:nvSpPr>
          <p:cNvPr id="204" name="Div01"/>
          <p:cNvSpPr/>
          <p:nvPr/>
        </p:nvSpPr>
        <p:spPr>
          <a:xfrm>
            <a:off x="3500000" y="1040000"/>
            <a:ext cx="5300000" cy="0"/>
          </a:xfrm>
          <a:prstGeom prst="line">
            <a:avLst/>
          </a:prstGeom>
          <a:noFill/>
          <a:ln w="6350">
            <a:solidFill>
              <a:srgbClr val="D0D0D0"/>
            </a:solidFill>
            <a:prstDash val="solid"/>
          </a:ln>
        </p:spPr>
        <p:txBody>
          <a:bodyPr/>
          <a:lstStyle/>
          <a:p>
            <a:endParaRPr lang="en-US"/>
          </a:p>
        </p:txBody>
      </p:sp>
      <p:sp>
        <p:nvSpPr>
          <p:cNvPr id="211" name="Num02"/>
          <p:cNvSpPr/>
          <p:nvPr/>
        </p:nvSpPr>
        <p:spPr>
          <a:xfrm>
            <a:off x="2600000" y="1080000"/>
            <a:ext cx="800000" cy="600000"/>
          </a:xfrm>
          <a:prstGeom prst="rect">
            <a:avLst/>
          </a:prstGeom>
          <a:noFill/>
          <a:ln/>
        </p:spPr>
        <p:txBody>
          <a:bodyPr wrap="square" lIns="0" tIns="0" rIns="0" bIns="0" rtlCol="0" anchor="ctr" anchorCtr="0"/>
          <a:lstStyle/>
          <a:p>
            <a:pPr marL="0" indent="0">
              <a:buNone/>
            </a:pPr>
            <a:r>
              <a:rPr lang="en-US" sz="3200" b="1" dirty="0">
                <a:solidFill>
                  <a:srgbClr val="222222"/>
                </a:solidFill>
                <a:latin typeface="Graphik" panose="020B0503030202060203" pitchFamily="34" charset="0"/>
              </a:rPr>
              <a:t>02</a:t>
            </a:r>
            <a:endParaRPr lang="en-US" sz="3200" b="1" dirty="0">
              <a:latin typeface="Graphik" panose="020B0503030202060203" pitchFamily="34" charset="0"/>
            </a:endParaRPr>
          </a:p>
        </p:txBody>
      </p:sp>
      <p:sp>
        <p:nvSpPr>
          <p:cNvPr id="212" name="Title02"/>
          <p:cNvSpPr/>
          <p:nvPr/>
        </p:nvSpPr>
        <p:spPr>
          <a:xfrm>
            <a:off x="3500000" y="1130000"/>
            <a:ext cx="5300000" cy="280000"/>
          </a:xfrm>
          <a:prstGeom prst="rect">
            <a:avLst/>
          </a:prstGeom>
          <a:noFill/>
          <a:ln/>
        </p:spPr>
        <p:txBody>
          <a:bodyPr wrap="square" lIns="0" tIns="0" rIns="0" bIns="0" rtlCol="0" anchor="t"/>
          <a:lstStyle/>
          <a:p>
            <a:pPr marL="0" indent="0">
              <a:buNone/>
            </a:pPr>
            <a:r>
              <a:rPr lang="en-US" sz="1500" b="1" dirty="0">
                <a:solidFill>
                  <a:srgbClr val="6B0F8C"/>
                </a:solidFill>
                <a:latin typeface="Graphik" panose="020B0503030202060203" pitchFamily="34" charset="0"/>
              </a:rPr>
              <a:t>Project Overview</a:t>
            </a:r>
            <a:endParaRPr lang="en-US" sz="1500" b="1" dirty="0">
              <a:latin typeface="Graphik" panose="020B0503030202060203" pitchFamily="34" charset="0"/>
            </a:endParaRPr>
          </a:p>
        </p:txBody>
      </p:sp>
      <p:sp>
        <p:nvSpPr>
          <p:cNvPr id="213" name="Sub02"/>
          <p:cNvSpPr/>
          <p:nvPr/>
        </p:nvSpPr>
        <p:spPr>
          <a:xfrm>
            <a:off x="3500000" y="1440000"/>
            <a:ext cx="5300000" cy="240000"/>
          </a:xfrm>
          <a:prstGeom prst="rect">
            <a:avLst/>
          </a:prstGeom>
          <a:noFill/>
          <a:ln/>
        </p:spPr>
        <p:txBody>
          <a:bodyPr wrap="square" lIns="0" tIns="0" rIns="0" bIns="0" rtlCol="0" anchor="t"/>
          <a:lstStyle/>
          <a:p>
            <a:pPr marL="0" indent="0">
              <a:buNone/>
            </a:pPr>
            <a:r>
              <a:rPr lang="en-US" sz="1050" dirty="0">
                <a:solidFill>
                  <a:srgbClr val="444444"/>
                </a:solidFill>
                <a:latin typeface="Graphik" panose="020B0503030202060203" pitchFamily="34" charset="0"/>
              </a:rPr>
              <a:t>Client context &amp; key workstreams</a:t>
            </a:r>
            <a:endParaRPr lang="en-US" sz="1050" dirty="0">
              <a:latin typeface="Graphik" panose="020B0503030202060203" pitchFamily="34" charset="0"/>
            </a:endParaRPr>
          </a:p>
        </p:txBody>
      </p:sp>
      <p:sp>
        <p:nvSpPr>
          <p:cNvPr id="214" name="Div02"/>
          <p:cNvSpPr/>
          <p:nvPr/>
        </p:nvSpPr>
        <p:spPr>
          <a:xfrm>
            <a:off x="3500000" y="1740000"/>
            <a:ext cx="5300000" cy="0"/>
          </a:xfrm>
          <a:prstGeom prst="line">
            <a:avLst/>
          </a:prstGeom>
          <a:noFill/>
          <a:ln w="6350">
            <a:solidFill>
              <a:srgbClr val="D0D0D0"/>
            </a:solidFill>
            <a:prstDash val="solid"/>
          </a:ln>
        </p:spPr>
        <p:txBody>
          <a:bodyPr/>
          <a:lstStyle/>
          <a:p>
            <a:endParaRPr lang="en-US"/>
          </a:p>
        </p:txBody>
      </p:sp>
      <p:sp>
        <p:nvSpPr>
          <p:cNvPr id="221" name="Num03"/>
          <p:cNvSpPr/>
          <p:nvPr/>
        </p:nvSpPr>
        <p:spPr>
          <a:xfrm>
            <a:off x="2600000" y="1780000"/>
            <a:ext cx="800000" cy="600000"/>
          </a:xfrm>
          <a:prstGeom prst="rect">
            <a:avLst/>
          </a:prstGeom>
          <a:noFill/>
          <a:ln/>
        </p:spPr>
        <p:txBody>
          <a:bodyPr wrap="square" lIns="0" tIns="0" rIns="0" bIns="0" rtlCol="0" anchor="ctr" anchorCtr="0"/>
          <a:lstStyle/>
          <a:p>
            <a:pPr marL="0" indent="0">
              <a:buNone/>
            </a:pPr>
            <a:r>
              <a:rPr lang="en-US" sz="3200" b="1" dirty="0">
                <a:solidFill>
                  <a:srgbClr val="222222"/>
                </a:solidFill>
                <a:latin typeface="Graphik" panose="020B0503030202060203" pitchFamily="34" charset="0"/>
              </a:rPr>
              <a:t>03</a:t>
            </a:r>
            <a:endParaRPr lang="en-US" sz="3200" b="1" dirty="0">
              <a:latin typeface="Graphik" panose="020B0503030202060203" pitchFamily="34" charset="0"/>
            </a:endParaRPr>
          </a:p>
        </p:txBody>
      </p:sp>
      <p:sp>
        <p:nvSpPr>
          <p:cNvPr id="222" name="Title03"/>
          <p:cNvSpPr/>
          <p:nvPr/>
        </p:nvSpPr>
        <p:spPr>
          <a:xfrm>
            <a:off x="3500000" y="1830000"/>
            <a:ext cx="5300000" cy="280000"/>
          </a:xfrm>
          <a:prstGeom prst="rect">
            <a:avLst/>
          </a:prstGeom>
          <a:noFill/>
          <a:ln/>
        </p:spPr>
        <p:txBody>
          <a:bodyPr wrap="square" lIns="0" tIns="0" rIns="0" bIns="0" rtlCol="0" anchor="t"/>
          <a:lstStyle/>
          <a:p>
            <a:pPr marL="0" indent="0">
              <a:buNone/>
            </a:pPr>
            <a:r>
              <a:rPr lang="en-US" sz="1500" b="1" dirty="0">
                <a:solidFill>
                  <a:srgbClr val="6B0F8C"/>
                </a:solidFill>
                <a:latin typeface="Graphik" panose="020B0503030202060203" pitchFamily="34" charset="0"/>
              </a:rPr>
              <a:t>Key Work &amp; Deliverables</a:t>
            </a:r>
            <a:endParaRPr lang="en-US" sz="1500" b="1" dirty="0">
              <a:latin typeface="Graphik" panose="020B0503030202060203" pitchFamily="34" charset="0"/>
            </a:endParaRPr>
          </a:p>
        </p:txBody>
      </p:sp>
      <p:sp>
        <p:nvSpPr>
          <p:cNvPr id="223" name="Sub03"/>
          <p:cNvSpPr/>
          <p:nvPr/>
        </p:nvSpPr>
        <p:spPr>
          <a:xfrm>
            <a:off x="3500000" y="2140000"/>
            <a:ext cx="5300000" cy="240000"/>
          </a:xfrm>
          <a:prstGeom prst="rect">
            <a:avLst/>
          </a:prstGeom>
          <a:noFill/>
          <a:ln/>
        </p:spPr>
        <p:txBody>
          <a:bodyPr wrap="square" lIns="0" tIns="0" rIns="0" bIns="0" rtlCol="0" anchor="t"/>
          <a:lstStyle/>
          <a:p>
            <a:pPr marL="0" indent="0">
              <a:buNone/>
            </a:pPr>
            <a:r>
              <a:rPr lang="en-US" sz="1050" dirty="0">
                <a:solidFill>
                  <a:srgbClr val="444444"/>
                </a:solidFill>
                <a:latin typeface="Graphik" panose="020B0503030202060203" pitchFamily="34" charset="0"/>
              </a:rPr>
              <a:t>Core outputs and artefacts</a:t>
            </a:r>
            <a:endParaRPr lang="en-US" sz="1050" dirty="0">
              <a:latin typeface="Graphik" panose="020B0503030202060203" pitchFamily="34" charset="0"/>
            </a:endParaRPr>
          </a:p>
        </p:txBody>
      </p:sp>
      <p:sp>
        <p:nvSpPr>
          <p:cNvPr id="224" name="Div03"/>
          <p:cNvSpPr/>
          <p:nvPr/>
        </p:nvSpPr>
        <p:spPr>
          <a:xfrm>
            <a:off x="3500000" y="2440000"/>
            <a:ext cx="5300000" cy="0"/>
          </a:xfrm>
          <a:prstGeom prst="line">
            <a:avLst/>
          </a:prstGeom>
          <a:noFill/>
          <a:ln w="6350">
            <a:solidFill>
              <a:srgbClr val="D0D0D0"/>
            </a:solidFill>
            <a:prstDash val="solid"/>
          </a:ln>
        </p:spPr>
        <p:txBody>
          <a:bodyPr/>
          <a:lstStyle/>
          <a:p>
            <a:endParaRPr lang="en-US"/>
          </a:p>
        </p:txBody>
      </p:sp>
      <p:sp>
        <p:nvSpPr>
          <p:cNvPr id="231" name="Num04"/>
          <p:cNvSpPr/>
          <p:nvPr/>
        </p:nvSpPr>
        <p:spPr>
          <a:xfrm>
            <a:off x="2600000" y="2480000"/>
            <a:ext cx="800000" cy="600000"/>
          </a:xfrm>
          <a:prstGeom prst="rect">
            <a:avLst/>
          </a:prstGeom>
          <a:noFill/>
          <a:ln/>
        </p:spPr>
        <p:txBody>
          <a:bodyPr wrap="square" lIns="0" tIns="0" rIns="0" bIns="0" rtlCol="0" anchor="ctr" anchorCtr="0"/>
          <a:lstStyle/>
          <a:p>
            <a:pPr marL="0" indent="0">
              <a:buNone/>
            </a:pPr>
            <a:r>
              <a:rPr lang="en-US" sz="3200" b="1" dirty="0">
                <a:solidFill>
                  <a:srgbClr val="222222"/>
                </a:solidFill>
                <a:latin typeface="Graphik" panose="020B0503030202060203" pitchFamily="34" charset="0"/>
              </a:rPr>
              <a:t>04</a:t>
            </a:r>
            <a:endParaRPr lang="en-US" sz="3200" b="1" dirty="0">
              <a:latin typeface="Graphik" panose="020B0503030202060203" pitchFamily="34" charset="0"/>
            </a:endParaRPr>
          </a:p>
        </p:txBody>
      </p:sp>
      <p:sp>
        <p:nvSpPr>
          <p:cNvPr id="232" name="Title04"/>
          <p:cNvSpPr/>
          <p:nvPr/>
        </p:nvSpPr>
        <p:spPr>
          <a:xfrm>
            <a:off x="3500000" y="2530000"/>
            <a:ext cx="5300000" cy="280000"/>
          </a:xfrm>
          <a:prstGeom prst="rect">
            <a:avLst/>
          </a:prstGeom>
          <a:noFill/>
          <a:ln/>
        </p:spPr>
        <p:txBody>
          <a:bodyPr wrap="square" lIns="0" tIns="0" rIns="0" bIns="0" rtlCol="0" anchor="t"/>
          <a:lstStyle/>
          <a:p>
            <a:pPr marL="0" indent="0">
              <a:buNone/>
            </a:pPr>
            <a:r>
              <a:rPr lang="en-US" sz="1500" b="1" dirty="0">
                <a:solidFill>
                  <a:srgbClr val="6B0F8C"/>
                </a:solidFill>
                <a:latin typeface="Graphik" panose="020B0503030202060203" pitchFamily="34" charset="0"/>
              </a:rPr>
              <a:t>Contributions Beyond Scope</a:t>
            </a:r>
            <a:endParaRPr lang="en-US" sz="1500" b="1" dirty="0">
              <a:latin typeface="Graphik" panose="020B0503030202060203" pitchFamily="34" charset="0"/>
            </a:endParaRPr>
          </a:p>
        </p:txBody>
      </p:sp>
      <p:sp>
        <p:nvSpPr>
          <p:cNvPr id="233" name="Sub04"/>
          <p:cNvSpPr/>
          <p:nvPr/>
        </p:nvSpPr>
        <p:spPr>
          <a:xfrm>
            <a:off x="3500000" y="2840000"/>
            <a:ext cx="5300000" cy="240000"/>
          </a:xfrm>
          <a:prstGeom prst="rect">
            <a:avLst/>
          </a:prstGeom>
          <a:noFill/>
          <a:ln/>
        </p:spPr>
        <p:txBody>
          <a:bodyPr wrap="square" lIns="0" tIns="0" rIns="0" bIns="0" rtlCol="0" anchor="t"/>
          <a:lstStyle/>
          <a:p>
            <a:pPr marL="0" indent="0">
              <a:buNone/>
            </a:pPr>
            <a:r>
              <a:rPr lang="en-US" sz="1050" dirty="0">
                <a:solidFill>
                  <a:srgbClr val="444444"/>
                </a:solidFill>
                <a:latin typeface="Graphik" panose="020B0503030202060203" pitchFamily="34" charset="0"/>
              </a:rPr>
              <a:t>New requirements and scaled delivery</a:t>
            </a:r>
            <a:endParaRPr lang="en-US" sz="1050" dirty="0">
              <a:latin typeface="Graphik" panose="020B0503030202060203" pitchFamily="34" charset="0"/>
            </a:endParaRPr>
          </a:p>
        </p:txBody>
      </p:sp>
      <p:sp>
        <p:nvSpPr>
          <p:cNvPr id="234" name="Div04"/>
          <p:cNvSpPr/>
          <p:nvPr/>
        </p:nvSpPr>
        <p:spPr>
          <a:xfrm>
            <a:off x="3500000" y="3140000"/>
            <a:ext cx="5300000" cy="0"/>
          </a:xfrm>
          <a:prstGeom prst="line">
            <a:avLst/>
          </a:prstGeom>
          <a:noFill/>
          <a:ln w="6350">
            <a:solidFill>
              <a:srgbClr val="D0D0D0"/>
            </a:solidFill>
            <a:prstDash val="solid"/>
          </a:ln>
        </p:spPr>
        <p:txBody>
          <a:bodyPr/>
          <a:lstStyle/>
          <a:p>
            <a:endParaRPr lang="en-US"/>
          </a:p>
        </p:txBody>
      </p:sp>
      <p:sp>
        <p:nvSpPr>
          <p:cNvPr id="241" name="Num05"/>
          <p:cNvSpPr/>
          <p:nvPr/>
        </p:nvSpPr>
        <p:spPr>
          <a:xfrm>
            <a:off x="2600000" y="3180000"/>
            <a:ext cx="800000" cy="600000"/>
          </a:xfrm>
          <a:prstGeom prst="rect">
            <a:avLst/>
          </a:prstGeom>
          <a:noFill/>
          <a:ln/>
        </p:spPr>
        <p:txBody>
          <a:bodyPr wrap="square" lIns="0" tIns="0" rIns="0" bIns="0" rtlCol="0" anchor="ctr" anchorCtr="0"/>
          <a:lstStyle/>
          <a:p>
            <a:pPr marL="0" indent="0">
              <a:buNone/>
            </a:pPr>
            <a:r>
              <a:rPr lang="en-US" sz="3200" b="1" dirty="0">
                <a:solidFill>
                  <a:srgbClr val="222222"/>
                </a:solidFill>
                <a:latin typeface="Graphik" panose="020B0503030202060203" pitchFamily="34" charset="0"/>
              </a:rPr>
              <a:t>05</a:t>
            </a:r>
            <a:endParaRPr lang="en-US" sz="3200" b="1" dirty="0">
              <a:latin typeface="Graphik" panose="020B0503030202060203" pitchFamily="34" charset="0"/>
            </a:endParaRPr>
          </a:p>
        </p:txBody>
      </p:sp>
      <p:sp>
        <p:nvSpPr>
          <p:cNvPr id="242" name="Title05"/>
          <p:cNvSpPr/>
          <p:nvPr/>
        </p:nvSpPr>
        <p:spPr>
          <a:xfrm>
            <a:off x="3500000" y="3230000"/>
            <a:ext cx="5300000" cy="280000"/>
          </a:xfrm>
          <a:prstGeom prst="rect">
            <a:avLst/>
          </a:prstGeom>
          <a:noFill/>
          <a:ln/>
        </p:spPr>
        <p:txBody>
          <a:bodyPr wrap="square" lIns="0" tIns="0" rIns="0" bIns="0" rtlCol="0" anchor="t"/>
          <a:lstStyle/>
          <a:p>
            <a:pPr marL="0" indent="0">
              <a:buNone/>
            </a:pPr>
            <a:r>
              <a:rPr lang="en-US" sz="1500" b="1" dirty="0">
                <a:solidFill>
                  <a:srgbClr val="6B0F8C"/>
                </a:solidFill>
                <a:latin typeface="Graphik" panose="020B0503030202060203" pitchFamily="34" charset="0"/>
              </a:rPr>
              <a:t>Impact &amp; Growth Trajectory</a:t>
            </a:r>
            <a:endParaRPr lang="en-US" sz="1500" b="1" dirty="0">
              <a:latin typeface="Graphik" panose="020B0503030202060203" pitchFamily="34" charset="0"/>
            </a:endParaRPr>
          </a:p>
        </p:txBody>
      </p:sp>
      <p:sp>
        <p:nvSpPr>
          <p:cNvPr id="243" name="Sub05"/>
          <p:cNvSpPr/>
          <p:nvPr/>
        </p:nvSpPr>
        <p:spPr>
          <a:xfrm>
            <a:off x="3500000" y="3540000"/>
            <a:ext cx="5300000" cy="240000"/>
          </a:xfrm>
          <a:prstGeom prst="rect">
            <a:avLst/>
          </a:prstGeom>
          <a:noFill/>
          <a:ln/>
        </p:spPr>
        <p:txBody>
          <a:bodyPr wrap="square" lIns="0" tIns="0" rIns="0" bIns="0" rtlCol="0" anchor="t"/>
          <a:lstStyle/>
          <a:p>
            <a:pPr marL="0" indent="0">
              <a:buNone/>
            </a:pPr>
            <a:r>
              <a:rPr lang="en-US" sz="1050" dirty="0">
                <a:solidFill>
                  <a:srgbClr val="444444"/>
                </a:solidFill>
                <a:latin typeface="Graphik" panose="020B0503030202060203" pitchFamily="34" charset="0"/>
              </a:rPr>
              <a:t>Journey in a nutshell</a:t>
            </a:r>
            <a:endParaRPr lang="en-US" sz="1050" dirty="0">
              <a:latin typeface="Graphik" panose="020B0503030202060203" pitchFamily="34" charset="0"/>
            </a:endParaRPr>
          </a:p>
        </p:txBody>
      </p:sp>
      <p:sp>
        <p:nvSpPr>
          <p:cNvPr id="244" name="Div05"/>
          <p:cNvSpPr/>
          <p:nvPr/>
        </p:nvSpPr>
        <p:spPr>
          <a:xfrm>
            <a:off x="3500000" y="3840000"/>
            <a:ext cx="5300000" cy="0"/>
          </a:xfrm>
          <a:prstGeom prst="line">
            <a:avLst/>
          </a:prstGeom>
          <a:noFill/>
          <a:ln w="6350">
            <a:solidFill>
              <a:srgbClr val="D0D0D0"/>
            </a:solidFill>
            <a:prstDash val="solid"/>
          </a:ln>
        </p:spPr>
        <p:txBody>
          <a:bodyPr/>
          <a:lstStyle/>
          <a:p>
            <a:endParaRPr lang="en-US"/>
          </a:p>
        </p:txBody>
      </p:sp>
      <p:sp>
        <p:nvSpPr>
          <p:cNvPr id="251" name="Num06"/>
          <p:cNvSpPr/>
          <p:nvPr/>
        </p:nvSpPr>
        <p:spPr>
          <a:xfrm>
            <a:off x="2600000" y="3880000"/>
            <a:ext cx="800000" cy="600000"/>
          </a:xfrm>
          <a:prstGeom prst="rect">
            <a:avLst/>
          </a:prstGeom>
          <a:noFill/>
          <a:ln/>
        </p:spPr>
        <p:txBody>
          <a:bodyPr wrap="square" lIns="0" tIns="0" rIns="0" bIns="0" rtlCol="0" anchor="ctr" anchorCtr="0"/>
          <a:lstStyle/>
          <a:p>
            <a:pPr marL="0" indent="0">
              <a:buNone/>
            </a:pPr>
            <a:r>
              <a:rPr lang="en-US" sz="3200" b="1" dirty="0">
                <a:solidFill>
                  <a:srgbClr val="222222"/>
                </a:solidFill>
                <a:latin typeface="Graphik" panose="020B0503030202060203" pitchFamily="34" charset="0"/>
              </a:rPr>
              <a:t>06</a:t>
            </a:r>
            <a:endParaRPr lang="en-US" sz="3200" b="1" dirty="0">
              <a:latin typeface="Graphik" panose="020B0503030202060203" pitchFamily="34" charset="0"/>
            </a:endParaRPr>
          </a:p>
        </p:txBody>
      </p:sp>
      <p:sp>
        <p:nvSpPr>
          <p:cNvPr id="252" name="Title06"/>
          <p:cNvSpPr/>
          <p:nvPr/>
        </p:nvSpPr>
        <p:spPr>
          <a:xfrm>
            <a:off x="3500000" y="3930000"/>
            <a:ext cx="5300000" cy="280000"/>
          </a:xfrm>
          <a:prstGeom prst="rect">
            <a:avLst/>
          </a:prstGeom>
          <a:noFill/>
          <a:ln/>
        </p:spPr>
        <p:txBody>
          <a:bodyPr wrap="square" lIns="0" tIns="0" rIns="0" bIns="0" rtlCol="0" anchor="t"/>
          <a:lstStyle/>
          <a:p>
            <a:pPr marL="0" indent="0">
              <a:buNone/>
            </a:pPr>
            <a:r>
              <a:rPr lang="en-US" sz="1500" b="1" dirty="0">
                <a:solidFill>
                  <a:srgbClr val="6B0F8C"/>
                </a:solidFill>
                <a:latin typeface="Graphik" panose="020B0503030202060203" pitchFamily="34" charset="0"/>
              </a:rPr>
              <a:t>Learnings &amp; Capabilities Built</a:t>
            </a:r>
            <a:endParaRPr lang="en-US" sz="1500" b="1" dirty="0">
              <a:latin typeface="Graphik" panose="020B0503030202060203" pitchFamily="34" charset="0"/>
            </a:endParaRPr>
          </a:p>
        </p:txBody>
      </p:sp>
      <p:sp>
        <p:nvSpPr>
          <p:cNvPr id="253" name="Sub06"/>
          <p:cNvSpPr/>
          <p:nvPr/>
        </p:nvSpPr>
        <p:spPr>
          <a:xfrm>
            <a:off x="3500000" y="4240000"/>
            <a:ext cx="5300000" cy="240000"/>
          </a:xfrm>
          <a:prstGeom prst="rect">
            <a:avLst/>
          </a:prstGeom>
          <a:noFill/>
          <a:ln/>
        </p:spPr>
        <p:txBody>
          <a:bodyPr wrap="square" lIns="0" tIns="0" rIns="0" bIns="0" rtlCol="0" anchor="t"/>
          <a:lstStyle/>
          <a:p>
            <a:pPr marL="0" indent="0">
              <a:buNone/>
            </a:pPr>
            <a:r>
              <a:rPr lang="en-US" sz="1050" dirty="0">
                <a:solidFill>
                  <a:srgbClr val="444444"/>
                </a:solidFill>
                <a:latin typeface="Graphik" panose="020B0503030202060203" pitchFamily="34" charset="0"/>
              </a:rPr>
              <a:t>Skills strengthened through delivery</a:t>
            </a:r>
            <a:endParaRPr lang="en-US" sz="1050" dirty="0">
              <a:latin typeface="Graphik" panose="020B0503030202060203" pitchFamily="34" charset="0"/>
            </a:endParaRPr>
          </a:p>
        </p:txBody>
      </p:sp>
      <p:sp>
        <p:nvSpPr>
          <p:cNvPr id="254" name="Div06"/>
          <p:cNvSpPr/>
          <p:nvPr/>
        </p:nvSpPr>
        <p:spPr>
          <a:xfrm>
            <a:off x="3500000" y="4540000"/>
            <a:ext cx="5300000" cy="0"/>
          </a:xfrm>
          <a:prstGeom prst="line">
            <a:avLst/>
          </a:prstGeom>
          <a:noFill/>
          <a:ln w="6350">
            <a:solidFill>
              <a:srgbClr val="D0D0D0"/>
            </a:solidFill>
            <a:prstDash val="solid"/>
          </a:ln>
        </p:spPr>
        <p:txBody>
          <a:bodyPr/>
          <a:lstStyle/>
          <a:p>
            <a:endParaRPr lang="en-US"/>
          </a:p>
        </p:txBody>
      </p:sp>
      <p:sp>
        <p:nvSpPr>
          <p:cNvPr id="900" name="Arrow"/>
          <p:cNvSpPr>
            <a:spLocks/>
          </p:cNvSpPr>
          <p:nvPr/>
        </p:nvSpPr>
        <p:spPr>
          <a:xfrm>
            <a:off x="274320" y="4663440"/>
            <a:ext cx="365760" cy="365760"/>
          </a:xfrm>
          <a:prstGeom prst="rect">
            <a:avLst/>
          </a:prstGeom>
          <a:noFill/>
          <a:ln/>
        </p:spPr>
        <p:txBody>
          <a:bodyPr wrap="square" lIns="0" tIns="0" rIns="0" bIns="0" rtlCol="0" anchor="ctr" anchorCtr="0">
            <a:noAutofit/>
          </a:bodyPr>
          <a:lstStyle/>
          <a:p>
            <a:r>
              <a:rPr lang="en-US" sz="2200" b="1" dirty="0">
                <a:solidFill>
                  <a:srgbClr val="A100FF"/>
                </a:solidFill>
                <a:latin typeface="Graphik" panose="020B0503030202060203" pitchFamily="34" charset="0"/>
              </a:rPr>
              <a:t>&gt;</a:t>
            </a:r>
            <a:endParaRPr lang="en-US" sz="2200" b="1" dirty="0">
              <a:latin typeface="Graphik" panose="020B0503030202060203" pitchFamily="34" charset="0"/>
            </a:endParaRPr>
          </a:p>
        </p:txBody>
      </p:sp>
      <p:sp>
        <p:nvSpPr>
          <p:cNvPr id="901" name="Footer"/>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888888"/>
                </a:solidFill>
                <a:latin typeface="Graphik" panose="020B0503030202060203" pitchFamily="34" charset="0"/>
              </a:rPr>
              <a:t>Copyright © 2026 Accenture. All rights reserved.</a:t>
            </a:r>
            <a:endParaRPr lang="en-US" sz="700" dirty="0">
              <a:latin typeface="Graphik" panose="020B0503030202060203" pitchFamily="34" charset="0"/>
            </a:endParaRPr>
          </a:p>
        </p:txBody>
      </p:sp>
      <p:sp>
        <p:nvSpPr>
          <p:cNvPr id="902" name="PageNum"/>
          <p:cNvSpPr/>
          <p:nvPr/>
        </p:nvSpPr>
        <p:spPr>
          <a:xfrm>
            <a:off x="8595360" y="4663440"/>
            <a:ext cx="365760" cy="274320"/>
          </a:xfrm>
          <a:prstGeom prst="rect">
            <a:avLst/>
          </a:prstGeom>
          <a:noFill/>
          <a:ln/>
        </p:spPr>
        <p:txBody>
          <a:bodyPr wrap="square" lIns="0" tIns="0" rIns="0" bIns="0" rtlCol="0" anchor="ctr"/>
          <a:lstStyle/>
          <a:p>
            <a:pPr marL="0" indent="0" algn="r">
              <a:buNone/>
            </a:pPr>
            <a:r>
              <a:rPr lang="en-US" sz="900" dirty="0">
                <a:solidFill>
                  <a:srgbClr val="888888"/>
                </a:solidFill>
                <a:latin typeface="Graphik" panose="020B0503030202060203" pitchFamily="34" charset="0"/>
              </a:rPr>
              <a:t>2</a:t>
            </a:r>
            <a:endParaRPr lang="en-US" sz="900" dirty="0">
              <a:latin typeface="Graphik" panose="020B050303020206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4572000" y="457200"/>
            <a:ext cx="4572000" cy="4572000"/>
          </a:xfrm>
          <a:prstGeom prst="rect">
            <a:avLst/>
          </a:prstGeom>
        </p:spPr>
      </p:pic>
      <p:sp>
        <p:nvSpPr>
          <p:cNvPr id="3" name="Text 0"/>
          <p:cNvSpPr/>
          <p:nvPr/>
        </p:nvSpPr>
        <p:spPr>
          <a:xfrm>
            <a:off x="640080" y="1097280"/>
            <a:ext cx="1371600" cy="914400"/>
          </a:xfrm>
          <a:prstGeom prst="rect">
            <a:avLst/>
          </a:prstGeom>
          <a:noFill/>
          <a:ln/>
        </p:spPr>
        <p:txBody>
          <a:bodyPr wrap="square" lIns="0" tIns="0" rIns="0" bIns="0" rtlCol="0" anchor="ctr"/>
          <a:lstStyle/>
          <a:p>
            <a:pPr marL="0" indent="0">
              <a:buNone/>
            </a:pPr>
            <a:r>
              <a:rPr lang="en-US" sz="6000" b="1" dirty="0">
                <a:solidFill>
                  <a:srgbClr val="FFFFFF">
                    <a:alpha val="60000"/>
                  </a:srgbClr>
                </a:solidFill>
                <a:latin typeface="Graphik" panose="020B0503030202060203" pitchFamily="34" charset="0"/>
                <a:ea typeface="Calibri" pitchFamily="34" charset="-122"/>
                <a:cs typeface="Calibri" pitchFamily="34" charset="-120"/>
              </a:rPr>
              <a:t>01</a:t>
            </a:r>
            <a:endParaRPr lang="en-US" sz="6000" dirty="0">
              <a:latin typeface="Graphik" panose="020B0503030202060203" pitchFamily="34" charset="0"/>
            </a:endParaRPr>
          </a:p>
        </p:txBody>
      </p:sp>
      <p:sp>
        <p:nvSpPr>
          <p:cNvPr id="4" name="Text 1"/>
          <p:cNvSpPr/>
          <p:nvPr/>
        </p:nvSpPr>
        <p:spPr>
          <a:xfrm>
            <a:off x="640080" y="2011680"/>
            <a:ext cx="6400800" cy="1097280"/>
          </a:xfrm>
          <a:prstGeom prst="rect">
            <a:avLst/>
          </a:prstGeom>
          <a:noFill/>
          <a:ln/>
        </p:spPr>
        <p:txBody>
          <a:bodyPr wrap="square" lIns="0" tIns="0" rIns="0" bIns="0" rtlCol="0" anchor="ctr"/>
          <a:lstStyle/>
          <a:p>
            <a:pPr marL="0" indent="0">
              <a:buNone/>
            </a:pPr>
            <a:r>
              <a:rPr lang="en-US" sz="3600" b="1" dirty="0">
                <a:solidFill>
                  <a:srgbClr val="FFFFFF"/>
                </a:solidFill>
                <a:latin typeface="Graphik" panose="020B0503030202060203" pitchFamily="34" charset="0"/>
                <a:ea typeface="Calibri" pitchFamily="34" charset="-122"/>
                <a:cs typeface="Calibri" pitchFamily="34" charset="-120"/>
              </a:rPr>
              <a:t>About Me</a:t>
            </a:r>
            <a:endParaRPr lang="en-US" sz="3600" dirty="0">
              <a:latin typeface="Graphik" panose="020B0503030202060203" pitchFamily="34" charset="0"/>
            </a:endParaRPr>
          </a:p>
        </p:txBody>
      </p:sp>
      <p:sp>
        <p:nvSpPr>
          <p:cNvPr id="5" name="Text 2"/>
          <p:cNvSpPr/>
          <p:nvPr/>
        </p:nvSpPr>
        <p:spPr>
          <a:xfrm>
            <a:off x="640080" y="3108960"/>
            <a:ext cx="5486400" cy="457200"/>
          </a:xfrm>
          <a:prstGeom prst="rect">
            <a:avLst/>
          </a:prstGeom>
          <a:noFill/>
          <a:ln/>
        </p:spPr>
        <p:txBody>
          <a:bodyPr wrap="square" lIns="0" tIns="0" rIns="0" bIns="0" rtlCol="0" anchor="ctr"/>
          <a:lstStyle/>
          <a:p>
            <a:pPr marL="0" indent="0">
              <a:buNone/>
            </a:pPr>
            <a:r>
              <a:rPr lang="en-US" sz="1600" dirty="0">
                <a:solidFill>
                  <a:srgbClr val="FFFFFF">
                    <a:alpha val="80000"/>
                  </a:srgbClr>
                </a:solidFill>
                <a:latin typeface="Graphik" panose="020B0503030202060203" pitchFamily="34" charset="0"/>
                <a:ea typeface="Calibri" pitchFamily="34" charset="-122"/>
                <a:cs typeface="Calibri" pitchFamily="34" charset="-120"/>
              </a:rPr>
              <a:t>Background and journey leading into this internship</a:t>
            </a:r>
            <a:endParaRPr lang="en-US" sz="1600" dirty="0">
              <a:latin typeface="Graphik" panose="020B0503030202060203" pitchFamily="34" charset="0"/>
            </a:endParaRPr>
          </a:p>
        </p:txBody>
      </p:sp>
      <p:sp>
        <p:nvSpPr>
          <p:cNvPr id="6" name="Text 3"/>
          <p:cNvSpPr/>
          <p:nvPr/>
        </p:nvSpPr>
        <p:spPr>
          <a:xfrm>
            <a:off x="274320" y="4663440"/>
            <a:ext cx="365760" cy="365760"/>
          </a:xfrm>
          <a:prstGeom prst="rect">
            <a:avLst/>
          </a:prstGeom>
          <a:noFill/>
          <a:ln/>
        </p:spPr>
        <p:txBody>
          <a:bodyPr wrap="square" lIns="0" tIns="0" rIns="0" bIns="0" rtlCol="0" anchor="ctr"/>
          <a:lstStyle/>
          <a:p>
            <a:pPr marL="0" indent="0">
              <a:buNone/>
            </a:pPr>
            <a:r>
              <a:rPr lang="en-US" sz="2200" b="1" dirty="0">
                <a:solidFill>
                  <a:srgbClr val="FFFFFF">
                    <a:alpha val="60000"/>
                  </a:srgbClr>
                </a:solidFill>
                <a:latin typeface="Graphik" panose="020B0503030202060203" pitchFamily="34" charset="0"/>
                <a:ea typeface="Arial Black" pitchFamily="34" charset="-122"/>
                <a:cs typeface="Arial Black" pitchFamily="34" charset="-120"/>
              </a:rPr>
              <a:t>&gt;</a:t>
            </a:r>
            <a:endParaRPr lang="en-US" sz="2200" dirty="0">
              <a:latin typeface="Graphik" panose="020B0503030202060203" pitchFamily="34" charset="0"/>
            </a:endParaRPr>
          </a:p>
        </p:txBody>
      </p:sp>
      <p:sp>
        <p:nvSpPr>
          <p:cNvPr id="7" name="Text 4"/>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FFFFFF">
                    <a:alpha val="60000"/>
                  </a:srgbClr>
                </a:solidFill>
                <a:latin typeface="Graphik" panose="020B0503030202060203" pitchFamily="34" charset="0"/>
                <a:ea typeface="Calibri" pitchFamily="34" charset="-122"/>
                <a:cs typeface="Calibri" pitchFamily="34" charset="-120"/>
              </a:rPr>
              <a:t>Copyright © 2026 Accenture. All rights reserved.</a:t>
            </a:r>
            <a:endParaRPr lang="en-US" sz="700" dirty="0">
              <a:latin typeface="Graphik" panose="020B050303020206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4572000" y="457200"/>
            <a:ext cx="4572000" cy="4572000"/>
          </a:xfrm>
          <a:prstGeom prst="rect">
            <a:avLst/>
          </a:prstGeom>
        </p:spPr>
      </p:pic>
      <p:sp>
        <p:nvSpPr>
          <p:cNvPr id="3" name="Text 0"/>
          <p:cNvSpPr/>
          <p:nvPr/>
        </p:nvSpPr>
        <p:spPr>
          <a:xfrm>
            <a:off x="640080" y="1097280"/>
            <a:ext cx="1371600" cy="914400"/>
          </a:xfrm>
          <a:prstGeom prst="rect">
            <a:avLst/>
          </a:prstGeom>
          <a:noFill/>
          <a:ln/>
        </p:spPr>
        <p:txBody>
          <a:bodyPr wrap="square" lIns="0" tIns="0" rIns="0" bIns="0" rtlCol="0" anchor="ctr"/>
          <a:lstStyle/>
          <a:p>
            <a:pPr marL="0" indent="0">
              <a:buNone/>
            </a:pPr>
            <a:r>
              <a:rPr lang="en-US" sz="6000" b="1" dirty="0">
                <a:solidFill>
                  <a:srgbClr val="FFFFFF">
                    <a:alpha val="60000"/>
                  </a:srgbClr>
                </a:solidFill>
                <a:latin typeface="Graphik" panose="020B0503030202060203" pitchFamily="34" charset="0"/>
                <a:ea typeface="Calibri" pitchFamily="34" charset="-122"/>
                <a:cs typeface="Calibri" pitchFamily="34" charset="-120"/>
              </a:rPr>
              <a:t>02</a:t>
            </a:r>
            <a:endParaRPr lang="en-US" sz="6000" dirty="0">
              <a:latin typeface="Graphik" panose="020B0503030202060203" pitchFamily="34" charset="0"/>
            </a:endParaRPr>
          </a:p>
        </p:txBody>
      </p:sp>
      <p:sp>
        <p:nvSpPr>
          <p:cNvPr id="4" name="Text 1"/>
          <p:cNvSpPr/>
          <p:nvPr/>
        </p:nvSpPr>
        <p:spPr>
          <a:xfrm>
            <a:off x="640080" y="2011680"/>
            <a:ext cx="6400800" cy="1097280"/>
          </a:xfrm>
          <a:prstGeom prst="rect">
            <a:avLst/>
          </a:prstGeom>
          <a:noFill/>
          <a:ln/>
        </p:spPr>
        <p:txBody>
          <a:bodyPr wrap="square" lIns="0" tIns="0" rIns="0" bIns="0" rtlCol="0" anchor="ctr"/>
          <a:lstStyle/>
          <a:p>
            <a:pPr marL="0" indent="0">
              <a:buNone/>
            </a:pPr>
            <a:r>
              <a:rPr lang="en-US" sz="3600" b="1" dirty="0">
                <a:solidFill>
                  <a:srgbClr val="FFFFFF"/>
                </a:solidFill>
                <a:latin typeface="Graphik" panose="020B0503030202060203" pitchFamily="34" charset="0"/>
                <a:ea typeface="Calibri" pitchFamily="34" charset="-122"/>
                <a:cs typeface="Calibri" pitchFamily="34" charset="-120"/>
              </a:rPr>
              <a:t>Project Overview</a:t>
            </a:r>
            <a:endParaRPr lang="en-US" sz="3600" dirty="0">
              <a:latin typeface="Graphik" panose="020B0503030202060203" pitchFamily="34" charset="0"/>
            </a:endParaRPr>
          </a:p>
        </p:txBody>
      </p:sp>
      <p:sp>
        <p:nvSpPr>
          <p:cNvPr id="5" name="Text 2"/>
          <p:cNvSpPr/>
          <p:nvPr/>
        </p:nvSpPr>
        <p:spPr>
          <a:xfrm>
            <a:off x="640080" y="3108960"/>
            <a:ext cx="5486400" cy="457200"/>
          </a:xfrm>
          <a:prstGeom prst="rect">
            <a:avLst/>
          </a:prstGeom>
          <a:noFill/>
          <a:ln/>
        </p:spPr>
        <p:txBody>
          <a:bodyPr wrap="square" lIns="0" tIns="0" rIns="0" bIns="0" rtlCol="0" anchor="ctr"/>
          <a:lstStyle/>
          <a:p>
            <a:pPr marL="0" indent="0">
              <a:buNone/>
            </a:pPr>
            <a:r>
              <a:rPr lang="en-US" sz="1600" dirty="0">
                <a:solidFill>
                  <a:srgbClr val="FFFFFF">
                    <a:alpha val="80000"/>
                  </a:srgbClr>
                </a:solidFill>
                <a:latin typeface="Graphik" panose="020B0503030202060203" pitchFamily="34" charset="0"/>
                <a:ea typeface="Calibri" pitchFamily="34" charset="-122"/>
                <a:cs typeface="Calibri" pitchFamily="34" charset="-120"/>
              </a:rPr>
              <a:t>Client context and key workstreams across both engagements</a:t>
            </a:r>
            <a:endParaRPr lang="en-US" sz="1600" dirty="0">
              <a:latin typeface="Graphik" panose="020B0503030202060203" pitchFamily="34" charset="0"/>
            </a:endParaRPr>
          </a:p>
        </p:txBody>
      </p:sp>
      <p:sp>
        <p:nvSpPr>
          <p:cNvPr id="6" name="Text 3"/>
          <p:cNvSpPr/>
          <p:nvPr/>
        </p:nvSpPr>
        <p:spPr>
          <a:xfrm>
            <a:off x="274320" y="4663440"/>
            <a:ext cx="365760" cy="365760"/>
          </a:xfrm>
          <a:prstGeom prst="rect">
            <a:avLst/>
          </a:prstGeom>
          <a:noFill/>
          <a:ln/>
        </p:spPr>
        <p:txBody>
          <a:bodyPr wrap="square" lIns="0" tIns="0" rIns="0" bIns="0" rtlCol="0" anchor="ctr"/>
          <a:lstStyle/>
          <a:p>
            <a:pPr marL="0" indent="0">
              <a:buNone/>
            </a:pPr>
            <a:r>
              <a:rPr lang="en-US" sz="2200" b="1" dirty="0">
                <a:solidFill>
                  <a:srgbClr val="FFFFFF">
                    <a:alpha val="60000"/>
                  </a:srgbClr>
                </a:solidFill>
                <a:latin typeface="Graphik" panose="020B0503030202060203" pitchFamily="34" charset="0"/>
                <a:ea typeface="Arial Black" pitchFamily="34" charset="-122"/>
                <a:cs typeface="Arial Black" pitchFamily="34" charset="-120"/>
              </a:rPr>
              <a:t>&gt;</a:t>
            </a:r>
            <a:endParaRPr lang="en-US" sz="2200" dirty="0">
              <a:latin typeface="Graphik" panose="020B0503030202060203" pitchFamily="34" charset="0"/>
            </a:endParaRPr>
          </a:p>
        </p:txBody>
      </p:sp>
      <p:sp>
        <p:nvSpPr>
          <p:cNvPr id="7" name="Text 4"/>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FFFFFF">
                    <a:alpha val="60000"/>
                  </a:srgbClr>
                </a:solidFill>
                <a:latin typeface="Graphik" panose="020B0503030202060203" pitchFamily="34" charset="0"/>
                <a:ea typeface="Calibri" pitchFamily="34" charset="-122"/>
                <a:cs typeface="Calibri" pitchFamily="34" charset="-120"/>
              </a:rPr>
              <a:t>Copyright © 2026 Accenture. All rights reserved.</a:t>
            </a:r>
            <a:endParaRPr lang="en-US" sz="700" dirty="0">
              <a:latin typeface="Graphik" panose="020B05030302020602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4572000" y="457200"/>
            <a:ext cx="4572000" cy="4572000"/>
          </a:xfrm>
          <a:prstGeom prst="rect">
            <a:avLst/>
          </a:prstGeom>
        </p:spPr>
      </p:pic>
      <p:sp>
        <p:nvSpPr>
          <p:cNvPr id="3" name="Text 0"/>
          <p:cNvSpPr/>
          <p:nvPr/>
        </p:nvSpPr>
        <p:spPr>
          <a:xfrm>
            <a:off x="640080" y="1097280"/>
            <a:ext cx="1371600" cy="914400"/>
          </a:xfrm>
          <a:prstGeom prst="rect">
            <a:avLst/>
          </a:prstGeom>
          <a:noFill/>
          <a:ln/>
        </p:spPr>
        <p:txBody>
          <a:bodyPr wrap="square" lIns="0" tIns="0" rIns="0" bIns="0" rtlCol="0" anchor="ctr"/>
          <a:lstStyle/>
          <a:p>
            <a:pPr marL="0" indent="0">
              <a:buNone/>
            </a:pPr>
            <a:r>
              <a:rPr lang="en-US" sz="6000" b="1" dirty="0">
                <a:solidFill>
                  <a:srgbClr val="FFFFFF">
                    <a:alpha val="60000"/>
                  </a:srgbClr>
                </a:solidFill>
                <a:latin typeface="Graphik" panose="020B0503030202060203" pitchFamily="34" charset="0"/>
                <a:ea typeface="Calibri" pitchFamily="34" charset="-122"/>
                <a:cs typeface="Calibri" pitchFamily="34" charset="-120"/>
              </a:rPr>
              <a:t>03</a:t>
            </a:r>
            <a:endParaRPr lang="en-US" sz="6000" dirty="0">
              <a:latin typeface="Graphik" panose="020B0503030202060203" pitchFamily="34" charset="0"/>
            </a:endParaRPr>
          </a:p>
        </p:txBody>
      </p:sp>
      <p:sp>
        <p:nvSpPr>
          <p:cNvPr id="4" name="Text 1"/>
          <p:cNvSpPr/>
          <p:nvPr/>
        </p:nvSpPr>
        <p:spPr>
          <a:xfrm>
            <a:off x="640080" y="2011680"/>
            <a:ext cx="6400800" cy="1097280"/>
          </a:xfrm>
          <a:prstGeom prst="rect">
            <a:avLst/>
          </a:prstGeom>
          <a:noFill/>
          <a:ln/>
        </p:spPr>
        <p:txBody>
          <a:bodyPr wrap="square" lIns="0" tIns="0" rIns="0" bIns="0" rtlCol="0" anchor="ctr"/>
          <a:lstStyle/>
          <a:p>
            <a:pPr marL="0" indent="0">
              <a:buNone/>
            </a:pPr>
            <a:r>
              <a:rPr lang="en-US" sz="3600" b="1" dirty="0">
                <a:solidFill>
                  <a:srgbClr val="FFFFFF"/>
                </a:solidFill>
                <a:latin typeface="Graphik" panose="020B0503030202060203" pitchFamily="34" charset="0"/>
                <a:ea typeface="Calibri" pitchFamily="34" charset="-122"/>
                <a:cs typeface="Calibri" pitchFamily="34" charset="-120"/>
              </a:rPr>
              <a:t>Key Work &amp; Deliverables</a:t>
            </a:r>
            <a:endParaRPr lang="en-US" sz="3600" dirty="0">
              <a:latin typeface="Graphik" panose="020B0503030202060203" pitchFamily="34" charset="0"/>
            </a:endParaRPr>
          </a:p>
        </p:txBody>
      </p:sp>
      <p:sp>
        <p:nvSpPr>
          <p:cNvPr id="5" name="Text 2"/>
          <p:cNvSpPr/>
          <p:nvPr/>
        </p:nvSpPr>
        <p:spPr>
          <a:xfrm>
            <a:off x="640080" y="3108960"/>
            <a:ext cx="5486400" cy="457200"/>
          </a:xfrm>
          <a:prstGeom prst="rect">
            <a:avLst/>
          </a:prstGeom>
          <a:noFill/>
          <a:ln/>
        </p:spPr>
        <p:txBody>
          <a:bodyPr wrap="square" lIns="0" tIns="0" rIns="0" bIns="0" rtlCol="0" anchor="ctr"/>
          <a:lstStyle/>
          <a:p>
            <a:pPr marL="0" indent="0">
              <a:buNone/>
            </a:pPr>
            <a:r>
              <a:rPr lang="en-US" sz="1600" dirty="0">
                <a:solidFill>
                  <a:srgbClr val="FFFFFF">
                    <a:alpha val="80000"/>
                  </a:srgbClr>
                </a:solidFill>
                <a:latin typeface="Graphik" panose="020B0503030202060203" pitchFamily="34" charset="0"/>
                <a:ea typeface="Calibri" pitchFamily="34" charset="-122"/>
                <a:cs typeface="Calibri" pitchFamily="34" charset="-120"/>
              </a:rPr>
              <a:t>Core outputs and artefacts produced through delivery</a:t>
            </a:r>
            <a:endParaRPr lang="en-US" sz="1600" dirty="0">
              <a:latin typeface="Graphik" panose="020B0503030202060203" pitchFamily="34" charset="0"/>
            </a:endParaRPr>
          </a:p>
        </p:txBody>
      </p:sp>
      <p:sp>
        <p:nvSpPr>
          <p:cNvPr id="6" name="Text 3"/>
          <p:cNvSpPr/>
          <p:nvPr/>
        </p:nvSpPr>
        <p:spPr>
          <a:xfrm>
            <a:off x="274320" y="4663440"/>
            <a:ext cx="365760" cy="365760"/>
          </a:xfrm>
          <a:prstGeom prst="rect">
            <a:avLst/>
          </a:prstGeom>
          <a:noFill/>
          <a:ln/>
        </p:spPr>
        <p:txBody>
          <a:bodyPr wrap="square" lIns="0" tIns="0" rIns="0" bIns="0" rtlCol="0" anchor="ctr"/>
          <a:lstStyle/>
          <a:p>
            <a:pPr marL="0" indent="0">
              <a:buNone/>
            </a:pPr>
            <a:r>
              <a:rPr lang="en-US" sz="2200" b="1" dirty="0">
                <a:solidFill>
                  <a:srgbClr val="FFFFFF">
                    <a:alpha val="60000"/>
                  </a:srgbClr>
                </a:solidFill>
                <a:latin typeface="Graphik" panose="020B0503030202060203" pitchFamily="34" charset="0"/>
                <a:ea typeface="Arial Black" pitchFamily="34" charset="-122"/>
                <a:cs typeface="Arial Black" pitchFamily="34" charset="-120"/>
              </a:rPr>
              <a:t>&gt;</a:t>
            </a:r>
            <a:endParaRPr lang="en-US" sz="2200" dirty="0">
              <a:latin typeface="Graphik" panose="020B0503030202060203" pitchFamily="34" charset="0"/>
            </a:endParaRPr>
          </a:p>
        </p:txBody>
      </p:sp>
      <p:sp>
        <p:nvSpPr>
          <p:cNvPr id="7" name="Text 4"/>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FFFFFF">
                    <a:alpha val="60000"/>
                  </a:srgbClr>
                </a:solidFill>
                <a:latin typeface="Graphik" panose="020B0503030202060203" pitchFamily="34" charset="0"/>
                <a:ea typeface="Calibri" pitchFamily="34" charset="-122"/>
                <a:cs typeface="Calibri" pitchFamily="34" charset="-120"/>
              </a:rPr>
              <a:t>Copyright © 2026 Accenture. All rights reserved.</a:t>
            </a:r>
            <a:endParaRPr lang="en-US" sz="700" dirty="0">
              <a:latin typeface="Graphik" panose="020B050303020206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82880"/>
            <a:ext cx="8229600" cy="411480"/>
          </a:xfrm>
          <a:prstGeom prst="rect">
            <a:avLst/>
          </a:prstGeom>
          <a:noFill/>
        </p:spPr>
        <p:txBody>
          <a:bodyPr wrap="square" lIns="0" tIns="0" rIns="0" bIns="0"/>
          <a:lstStyle/>
          <a:p>
            <a:pPr algn="ctr"/>
            <a:r>
              <a:rPr lang="en-US" sz="2200" b="1" i="0">
                <a:solidFill>
                  <a:srgbClr val="000000"/>
                </a:solidFill>
                <a:latin typeface="Graphik"/>
              </a:rPr>
              <a:t xml:space="preserve">Key </a:t>
            </a:r>
            <a:r>
              <a:rPr lang="en-US" sz="2400" b="1" i="0">
                <a:solidFill>
                  <a:srgbClr val="000000"/>
                </a:solidFill>
                <a:latin typeface="Graphik"/>
              </a:rPr>
              <a:t>Deliverables</a:t>
            </a:r>
            <a:r>
              <a:rPr lang="en-US" sz="2200" b="1" i="0">
                <a:solidFill>
                  <a:srgbClr val="000000"/>
                </a:solidFill>
                <a:latin typeface="Graphik"/>
              </a:rPr>
              <a:t xml:space="preserve"> — Progress to Date</a:t>
            </a:r>
            <a:endParaRPr lang="en-US" sz="2200" b="1" i="0" dirty="0">
              <a:solidFill>
                <a:srgbClr val="000000"/>
              </a:solidFill>
              <a:latin typeface="Graphik"/>
            </a:endParaRPr>
          </a:p>
        </p:txBody>
      </p:sp>
      <p:sp>
        <p:nvSpPr>
          <p:cNvPr id="3" name="TextBox 2"/>
          <p:cNvSpPr txBox="1"/>
          <p:nvPr/>
        </p:nvSpPr>
        <p:spPr>
          <a:xfrm>
            <a:off x="548640" y="594360"/>
            <a:ext cx="8229600" cy="228600"/>
          </a:xfrm>
          <a:prstGeom prst="rect">
            <a:avLst/>
          </a:prstGeom>
          <a:noFill/>
        </p:spPr>
        <p:txBody>
          <a:bodyPr wrap="square" lIns="0" tIns="0" rIns="0" bIns="0"/>
          <a:lstStyle/>
          <a:p>
            <a:pPr algn="ctr"/>
            <a:r>
              <a:rPr lang="en-US" sz="1000" b="0" i="0">
                <a:solidFill>
                  <a:srgbClr val="4A4A4A"/>
                </a:solidFill>
                <a:latin typeface="Graphik"/>
              </a:rPr>
              <a:t>[Subtitle: brief description of the deliverables shown below]</a:t>
            </a:r>
            <a:endParaRPr lang="en-US" sz="1000" b="0" i="0" dirty="0">
              <a:solidFill>
                <a:srgbClr val="4A4A4A"/>
              </a:solidFill>
              <a:latin typeface="Graphik"/>
            </a:endParaRPr>
          </a:p>
        </p:txBody>
      </p:sp>
      <p:cxnSp>
        <p:nvCxnSpPr>
          <p:cNvPr id="4" name="Connector 3"/>
          <p:cNvCxnSpPr>
            <a:cxnSpLocks/>
          </p:cNvCxnSpPr>
          <p:nvPr/>
        </p:nvCxnSpPr>
        <p:spPr>
          <a:xfrm>
            <a:off x="2000013" y="1572768"/>
            <a:ext cx="1517904" cy="0"/>
          </a:xfrm>
          <a:prstGeom prst="line">
            <a:avLst/>
          </a:prstGeom>
          <a:ln w="19050">
            <a:solidFill>
              <a:srgbClr val="C0C0C0"/>
            </a:solidFill>
            <a:prstDash val="dash"/>
          </a:ln>
        </p:spPr>
        <p:style>
          <a:lnRef idx="2">
            <a:schemeClr val="accent1"/>
          </a:lnRef>
          <a:fillRef idx="0">
            <a:schemeClr val="accent1"/>
          </a:fillRef>
          <a:effectRef idx="1">
            <a:schemeClr val="accent1"/>
          </a:effectRef>
          <a:fontRef idx="minor">
            <a:schemeClr val="tx1"/>
          </a:fontRef>
        </p:style>
      </p:cxnSp>
      <p:cxnSp>
        <p:nvCxnSpPr>
          <p:cNvPr id="5" name="Connector 4"/>
          <p:cNvCxnSpPr>
            <a:cxnSpLocks/>
          </p:cNvCxnSpPr>
          <p:nvPr/>
        </p:nvCxnSpPr>
        <p:spPr>
          <a:xfrm>
            <a:off x="3920253" y="1572768"/>
            <a:ext cx="1517904" cy="0"/>
          </a:xfrm>
          <a:prstGeom prst="line">
            <a:avLst/>
          </a:prstGeom>
          <a:ln w="19050">
            <a:solidFill>
              <a:srgbClr val="C0C0C0"/>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a:cxnSpLocks/>
          </p:cNvCxnSpPr>
          <p:nvPr/>
        </p:nvCxnSpPr>
        <p:spPr>
          <a:xfrm>
            <a:off x="5840493" y="1572768"/>
            <a:ext cx="1517904" cy="0"/>
          </a:xfrm>
          <a:prstGeom prst="line">
            <a:avLst/>
          </a:prstGeom>
          <a:ln w="19050">
            <a:solidFill>
              <a:srgbClr val="C0C0C0"/>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a:cxnSpLocks/>
          </p:cNvCxnSpPr>
          <p:nvPr/>
        </p:nvCxnSpPr>
        <p:spPr>
          <a:xfrm>
            <a:off x="7559565" y="1773936"/>
            <a:ext cx="0" cy="1243584"/>
          </a:xfrm>
          <a:prstGeom prst="line">
            <a:avLst/>
          </a:prstGeom>
          <a:ln w="19050">
            <a:solidFill>
              <a:srgbClr val="C0C0C0"/>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a:cxnSpLocks/>
          </p:cNvCxnSpPr>
          <p:nvPr/>
        </p:nvCxnSpPr>
        <p:spPr>
          <a:xfrm flipH="1">
            <a:off x="5840493" y="3218688"/>
            <a:ext cx="1517904" cy="0"/>
          </a:xfrm>
          <a:prstGeom prst="line">
            <a:avLst/>
          </a:prstGeom>
          <a:ln w="19050">
            <a:solidFill>
              <a:srgbClr val="C0C0C0"/>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a:cxnSpLocks/>
          </p:cNvCxnSpPr>
          <p:nvPr/>
        </p:nvCxnSpPr>
        <p:spPr>
          <a:xfrm flipH="1">
            <a:off x="3536205" y="3218688"/>
            <a:ext cx="1901952" cy="0"/>
          </a:xfrm>
          <a:prstGeom prst="line">
            <a:avLst/>
          </a:prstGeom>
          <a:ln w="19050">
            <a:solidFill>
              <a:srgbClr val="C0C0C0"/>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a:cxnSpLocks/>
            <a:endCxn id="29" idx="2"/>
          </p:cNvCxnSpPr>
          <p:nvPr/>
        </p:nvCxnSpPr>
        <p:spPr>
          <a:xfrm flipH="1">
            <a:off x="2585229" y="3218688"/>
            <a:ext cx="932688" cy="0"/>
          </a:xfrm>
          <a:prstGeom prst="line">
            <a:avLst/>
          </a:prstGeom>
          <a:ln w="19050">
            <a:solidFill>
              <a:srgbClr val="C0C0C0"/>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256045" y="1115568"/>
            <a:ext cx="1005840" cy="228600"/>
          </a:xfrm>
          <a:prstGeom prst="roundRect">
            <a:avLst>
              <a:gd name="adj" fmla="val 50000"/>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FFFFFF"/>
                </a:solidFill>
                <a:latin typeface="Graphik"/>
              </a:rPr>
              <a:t>WEEK 1</a:t>
            </a:r>
          </a:p>
        </p:txBody>
      </p:sp>
      <p:sp>
        <p:nvSpPr>
          <p:cNvPr id="12" name="Rounded Rectangle 11"/>
          <p:cNvSpPr/>
          <p:nvPr/>
        </p:nvSpPr>
        <p:spPr>
          <a:xfrm>
            <a:off x="6096525" y="1115568"/>
            <a:ext cx="1005840" cy="228600"/>
          </a:xfrm>
          <a:prstGeom prst="roundRect">
            <a:avLst>
              <a:gd name="adj" fmla="val 50000"/>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FFFFFF"/>
                </a:solidFill>
                <a:latin typeface="Graphik"/>
              </a:rPr>
              <a:t>WEEK 2</a:t>
            </a:r>
          </a:p>
        </p:txBody>
      </p:sp>
      <p:sp>
        <p:nvSpPr>
          <p:cNvPr id="13" name="Rounded Rectangle 12"/>
          <p:cNvSpPr/>
          <p:nvPr/>
        </p:nvSpPr>
        <p:spPr>
          <a:xfrm>
            <a:off x="6096525" y="2761488"/>
            <a:ext cx="1005840" cy="228600"/>
          </a:xfrm>
          <a:prstGeom prst="roundRect">
            <a:avLst>
              <a:gd name="adj" fmla="val 50000"/>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FFFFFF"/>
                </a:solidFill>
                <a:latin typeface="Graphik"/>
              </a:rPr>
              <a:t>WEEK 3</a:t>
            </a:r>
          </a:p>
        </p:txBody>
      </p:sp>
      <p:sp>
        <p:nvSpPr>
          <p:cNvPr id="14" name="Rounded Rectangle 13"/>
          <p:cNvSpPr/>
          <p:nvPr/>
        </p:nvSpPr>
        <p:spPr>
          <a:xfrm>
            <a:off x="2256045" y="2761488"/>
            <a:ext cx="1005840" cy="228600"/>
          </a:xfrm>
          <a:prstGeom prst="roundRect">
            <a:avLst>
              <a:gd name="adj" fmla="val 50000"/>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FFFFFF"/>
                </a:solidFill>
                <a:latin typeface="Graphik"/>
              </a:rPr>
              <a:t>WEEK 4</a:t>
            </a:r>
          </a:p>
        </p:txBody>
      </p:sp>
      <p:sp>
        <p:nvSpPr>
          <p:cNvPr id="15" name="Oval 14"/>
          <p:cNvSpPr/>
          <p:nvPr/>
        </p:nvSpPr>
        <p:spPr>
          <a:xfrm>
            <a:off x="1615965" y="1389888"/>
            <a:ext cx="365760" cy="365760"/>
          </a:xfrm>
          <a:prstGeom prst="ellipse">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Graphik"/>
              </a:rPr>
              <a:t>1</a:t>
            </a:r>
          </a:p>
        </p:txBody>
      </p:sp>
      <p:sp>
        <p:nvSpPr>
          <p:cNvPr id="16" name="TextBox 15"/>
          <p:cNvSpPr txBox="1"/>
          <p:nvPr/>
        </p:nvSpPr>
        <p:spPr>
          <a:xfrm>
            <a:off x="2896125" y="1829746"/>
            <a:ext cx="1645920" cy="914400"/>
          </a:xfrm>
          <a:prstGeom prst="rect">
            <a:avLst/>
          </a:prstGeom>
          <a:noFill/>
        </p:spPr>
        <p:txBody>
          <a:bodyPr wrap="square" lIns="0" tIns="0" rIns="0" bIns="0"/>
          <a:lstStyle/>
          <a:p>
            <a:pPr algn="ctr">
              <a:spcBef>
                <a:spcPts val="0"/>
              </a:spcBef>
              <a:spcAft>
                <a:spcPts val="200"/>
              </a:spcAft>
            </a:pPr>
            <a:r>
              <a:rPr lang="en-US" sz="900" b="1" dirty="0">
                <a:solidFill>
                  <a:srgbClr val="000000"/>
                </a:solidFill>
                <a:latin typeface="Graphik"/>
              </a:rPr>
              <a:t>[Deliverable 1 Title]</a:t>
            </a:r>
          </a:p>
          <a:p>
            <a:pPr algn="ctr">
              <a:spcBef>
                <a:spcPts val="0"/>
              </a:spcBef>
              <a:spcAft>
                <a:spcPts val="200"/>
              </a:spcAft>
            </a:pPr>
            <a:r>
              <a:rPr lang="en-US" sz="900" b="0" dirty="0">
                <a:solidFill>
                  <a:srgbClr val="4A4A4A"/>
                </a:solidFill>
                <a:latin typeface="Graphik"/>
              </a:rPr>
              <a:t xml:space="preserve">[Brief description </a:t>
            </a:r>
            <a:br>
              <a:rPr lang="en-US" sz="900" b="0" dirty="0">
                <a:solidFill>
                  <a:srgbClr val="4A4A4A"/>
                </a:solidFill>
                <a:latin typeface="Graphik"/>
              </a:rPr>
            </a:br>
            <a:r>
              <a:rPr lang="en-US" sz="900" b="0" dirty="0">
                <a:solidFill>
                  <a:srgbClr val="4A4A4A"/>
                </a:solidFill>
                <a:latin typeface="Graphik"/>
              </a:rPr>
              <a:t>of</a:t>
            </a:r>
            <a:r>
              <a:rPr lang="en-US" sz="900" dirty="0">
                <a:solidFill>
                  <a:srgbClr val="4A4A4A"/>
                </a:solidFill>
                <a:latin typeface="Graphik"/>
              </a:rPr>
              <a:t xml:space="preserve"> what was built </a:t>
            </a:r>
            <a:r>
              <a:rPr lang="en-US" sz="900" b="0" dirty="0">
                <a:solidFill>
                  <a:srgbClr val="4A4A4A"/>
                </a:solidFill>
                <a:latin typeface="Graphik"/>
              </a:rPr>
              <a:t>and its purpose]</a:t>
            </a:r>
          </a:p>
        </p:txBody>
      </p:sp>
      <p:sp>
        <p:nvSpPr>
          <p:cNvPr id="17" name="Oval 16"/>
          <p:cNvSpPr/>
          <p:nvPr/>
        </p:nvSpPr>
        <p:spPr>
          <a:xfrm>
            <a:off x="3536205" y="1389888"/>
            <a:ext cx="365760" cy="365760"/>
          </a:xfrm>
          <a:prstGeom prst="ellipse">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Graphik"/>
              </a:rPr>
              <a:t>2</a:t>
            </a:r>
          </a:p>
        </p:txBody>
      </p:sp>
      <p:sp>
        <p:nvSpPr>
          <p:cNvPr id="18" name="TextBox 17"/>
          <p:cNvSpPr txBox="1"/>
          <p:nvPr/>
        </p:nvSpPr>
        <p:spPr>
          <a:xfrm>
            <a:off x="975885" y="1828799"/>
            <a:ext cx="1645920" cy="914400"/>
          </a:xfrm>
          <a:prstGeom prst="rect">
            <a:avLst/>
          </a:prstGeom>
          <a:noFill/>
        </p:spPr>
        <p:txBody>
          <a:bodyPr wrap="square" lIns="0" tIns="0" rIns="0" bIns="0"/>
          <a:lstStyle/>
          <a:p>
            <a:pPr algn="ctr">
              <a:spcBef>
                <a:spcPts val="0"/>
              </a:spcBef>
              <a:spcAft>
                <a:spcPts val="200"/>
              </a:spcAft>
            </a:pPr>
            <a:r>
              <a:rPr lang="en-US" sz="900" b="1">
                <a:solidFill>
                  <a:srgbClr val="000000"/>
                </a:solidFill>
                <a:latin typeface="Graphik"/>
              </a:rPr>
              <a:t>[Deliverable 2 Title]</a:t>
            </a:r>
          </a:p>
          <a:p>
            <a:pPr algn="ctr">
              <a:spcBef>
                <a:spcPts val="0"/>
              </a:spcBef>
              <a:spcAft>
                <a:spcPts val="200"/>
              </a:spcAft>
            </a:pPr>
            <a:r>
              <a:rPr lang="en-US" sz="900" b="0">
                <a:solidFill>
                  <a:srgbClr val="4A4A4A"/>
                </a:solidFill>
                <a:latin typeface="Graphik"/>
              </a:rPr>
              <a:t>[Brief description of what was built and its purpose]</a:t>
            </a:r>
            <a:endParaRPr lang="en-US" sz="900" b="0" dirty="0">
              <a:solidFill>
                <a:srgbClr val="4A4A4A"/>
              </a:solidFill>
              <a:latin typeface="Graphik"/>
            </a:endParaRPr>
          </a:p>
        </p:txBody>
      </p:sp>
      <p:sp>
        <p:nvSpPr>
          <p:cNvPr id="19" name="Oval 18"/>
          <p:cNvSpPr/>
          <p:nvPr/>
        </p:nvSpPr>
        <p:spPr>
          <a:xfrm>
            <a:off x="5456445" y="1389888"/>
            <a:ext cx="365760" cy="365760"/>
          </a:xfrm>
          <a:prstGeom prst="ellipse">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Graphik"/>
              </a:rPr>
              <a:t>3</a:t>
            </a:r>
          </a:p>
        </p:txBody>
      </p:sp>
      <p:sp>
        <p:nvSpPr>
          <p:cNvPr id="20" name="TextBox 19"/>
          <p:cNvSpPr txBox="1"/>
          <p:nvPr/>
        </p:nvSpPr>
        <p:spPr>
          <a:xfrm>
            <a:off x="4816365" y="1831953"/>
            <a:ext cx="1645920" cy="914400"/>
          </a:xfrm>
          <a:prstGeom prst="rect">
            <a:avLst/>
          </a:prstGeom>
          <a:noFill/>
        </p:spPr>
        <p:txBody>
          <a:bodyPr wrap="square" lIns="0" tIns="0" rIns="0" bIns="0"/>
          <a:lstStyle/>
          <a:p>
            <a:pPr algn="ctr">
              <a:spcBef>
                <a:spcPts val="0"/>
              </a:spcBef>
              <a:spcAft>
                <a:spcPts val="200"/>
              </a:spcAft>
            </a:pPr>
            <a:r>
              <a:rPr lang="en-US" sz="900" b="1" dirty="0">
                <a:solidFill>
                  <a:srgbClr val="000000"/>
                </a:solidFill>
                <a:latin typeface="Graphik"/>
              </a:rPr>
              <a:t>[Deliverable 3 Title]</a:t>
            </a:r>
          </a:p>
          <a:p>
            <a:pPr algn="ctr">
              <a:spcBef>
                <a:spcPts val="0"/>
              </a:spcBef>
              <a:spcAft>
                <a:spcPts val="200"/>
              </a:spcAft>
            </a:pPr>
            <a:r>
              <a:rPr lang="en-US" sz="900" b="0" dirty="0">
                <a:solidFill>
                  <a:srgbClr val="4A4A4A"/>
                </a:solidFill>
                <a:latin typeface="Graphik"/>
              </a:rPr>
              <a:t xml:space="preserve">[Brief description </a:t>
            </a:r>
            <a:r>
              <a:rPr lang="en-US" sz="900" dirty="0">
                <a:solidFill>
                  <a:srgbClr val="4A4A4A"/>
                </a:solidFill>
                <a:latin typeface="Graphik"/>
              </a:rPr>
              <a:t xml:space="preserve">of what was built </a:t>
            </a:r>
            <a:r>
              <a:rPr lang="en-US" sz="900" b="0" dirty="0">
                <a:solidFill>
                  <a:srgbClr val="4A4A4A"/>
                </a:solidFill>
                <a:latin typeface="Graphik"/>
              </a:rPr>
              <a:t>and its purpose]</a:t>
            </a:r>
          </a:p>
        </p:txBody>
      </p:sp>
      <p:sp>
        <p:nvSpPr>
          <p:cNvPr id="21" name="Oval 20"/>
          <p:cNvSpPr/>
          <p:nvPr/>
        </p:nvSpPr>
        <p:spPr>
          <a:xfrm>
            <a:off x="7376685" y="1389888"/>
            <a:ext cx="365760" cy="365760"/>
          </a:xfrm>
          <a:prstGeom prst="ellipse">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Graphik"/>
              </a:rPr>
              <a:t>4</a:t>
            </a:r>
          </a:p>
        </p:txBody>
      </p:sp>
      <p:sp>
        <p:nvSpPr>
          <p:cNvPr id="22" name="TextBox 21"/>
          <p:cNvSpPr txBox="1"/>
          <p:nvPr/>
        </p:nvSpPr>
        <p:spPr>
          <a:xfrm>
            <a:off x="6736605" y="1827538"/>
            <a:ext cx="1645920" cy="914400"/>
          </a:xfrm>
          <a:prstGeom prst="rect">
            <a:avLst/>
          </a:prstGeom>
          <a:noFill/>
        </p:spPr>
        <p:txBody>
          <a:bodyPr wrap="square" lIns="0" tIns="0" rIns="0" bIns="0"/>
          <a:lstStyle/>
          <a:p>
            <a:pPr algn="ctr">
              <a:spcBef>
                <a:spcPts val="0"/>
              </a:spcBef>
              <a:spcAft>
                <a:spcPts val="200"/>
              </a:spcAft>
            </a:pPr>
            <a:r>
              <a:rPr lang="en-US" sz="900" b="1" dirty="0">
                <a:solidFill>
                  <a:srgbClr val="000000"/>
                </a:solidFill>
                <a:latin typeface="Graphik"/>
              </a:rPr>
              <a:t>[Deliverable 4 Title]</a:t>
            </a:r>
          </a:p>
          <a:p>
            <a:pPr algn="ctr">
              <a:spcBef>
                <a:spcPts val="0"/>
              </a:spcBef>
              <a:spcAft>
                <a:spcPts val="200"/>
              </a:spcAft>
            </a:pPr>
            <a:r>
              <a:rPr lang="en-US" sz="900" b="0" dirty="0">
                <a:solidFill>
                  <a:srgbClr val="4A4A4A"/>
                </a:solidFill>
                <a:latin typeface="Graphik"/>
              </a:rPr>
              <a:t>[Brief description of what was built and its purpose]</a:t>
            </a:r>
          </a:p>
        </p:txBody>
      </p:sp>
      <p:sp>
        <p:nvSpPr>
          <p:cNvPr id="23" name="Oval 22"/>
          <p:cNvSpPr/>
          <p:nvPr/>
        </p:nvSpPr>
        <p:spPr>
          <a:xfrm>
            <a:off x="7376685" y="3035808"/>
            <a:ext cx="365760" cy="365760"/>
          </a:xfrm>
          <a:prstGeom prst="ellipse">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Graphik"/>
              </a:rPr>
              <a:t>5</a:t>
            </a:r>
          </a:p>
        </p:txBody>
      </p:sp>
      <p:sp>
        <p:nvSpPr>
          <p:cNvPr id="24" name="TextBox 23"/>
          <p:cNvSpPr txBox="1"/>
          <p:nvPr/>
        </p:nvSpPr>
        <p:spPr>
          <a:xfrm>
            <a:off x="6736605" y="3456432"/>
            <a:ext cx="1645920" cy="914400"/>
          </a:xfrm>
          <a:prstGeom prst="rect">
            <a:avLst/>
          </a:prstGeom>
          <a:noFill/>
        </p:spPr>
        <p:txBody>
          <a:bodyPr wrap="square" lIns="0" tIns="0" rIns="0" bIns="0"/>
          <a:lstStyle/>
          <a:p>
            <a:pPr algn="ctr">
              <a:spcBef>
                <a:spcPts val="0"/>
              </a:spcBef>
              <a:spcAft>
                <a:spcPts val="200"/>
              </a:spcAft>
            </a:pPr>
            <a:r>
              <a:rPr lang="en-US" sz="900" b="1" dirty="0">
                <a:solidFill>
                  <a:srgbClr val="000000"/>
                </a:solidFill>
                <a:latin typeface="Graphik"/>
              </a:rPr>
              <a:t>[Deliverable 5 Title]</a:t>
            </a:r>
          </a:p>
          <a:p>
            <a:pPr algn="ctr">
              <a:spcBef>
                <a:spcPts val="0"/>
              </a:spcBef>
              <a:spcAft>
                <a:spcPts val="200"/>
              </a:spcAft>
            </a:pPr>
            <a:r>
              <a:rPr lang="en-US" sz="900" b="0" dirty="0">
                <a:solidFill>
                  <a:srgbClr val="4A4A4A"/>
                </a:solidFill>
                <a:latin typeface="Graphik"/>
              </a:rPr>
              <a:t>[Brief description of what was built and its purpose]</a:t>
            </a:r>
          </a:p>
        </p:txBody>
      </p:sp>
      <p:sp>
        <p:nvSpPr>
          <p:cNvPr id="27" name="Oval 26"/>
          <p:cNvSpPr/>
          <p:nvPr/>
        </p:nvSpPr>
        <p:spPr>
          <a:xfrm>
            <a:off x="5419869" y="3030131"/>
            <a:ext cx="365760" cy="365760"/>
          </a:xfrm>
          <a:prstGeom prst="ellipse">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Graphik"/>
              </a:rPr>
              <a:t>7</a:t>
            </a:r>
            <a:endParaRPr lang="en-US" sz="1600" b="1" dirty="0">
              <a:solidFill>
                <a:srgbClr val="FFFFFF"/>
              </a:solidFill>
              <a:latin typeface="Graphik"/>
            </a:endParaRPr>
          </a:p>
        </p:txBody>
      </p:sp>
      <p:sp>
        <p:nvSpPr>
          <p:cNvPr id="28" name="TextBox 27"/>
          <p:cNvSpPr txBox="1"/>
          <p:nvPr/>
        </p:nvSpPr>
        <p:spPr>
          <a:xfrm>
            <a:off x="4760717" y="3477320"/>
            <a:ext cx="1615965" cy="781811"/>
          </a:xfrm>
          <a:prstGeom prst="rect">
            <a:avLst/>
          </a:prstGeom>
          <a:noFill/>
        </p:spPr>
        <p:txBody>
          <a:bodyPr wrap="square" lIns="0" tIns="0" rIns="0" bIns="0"/>
          <a:lstStyle/>
          <a:p>
            <a:pPr algn="ctr">
              <a:spcBef>
                <a:spcPts val="0"/>
              </a:spcBef>
              <a:spcAft>
                <a:spcPts val="200"/>
              </a:spcAft>
            </a:pPr>
            <a:r>
              <a:rPr lang="en-US" sz="900" b="1" dirty="0">
                <a:solidFill>
                  <a:srgbClr val="000000"/>
                </a:solidFill>
                <a:latin typeface="Graphik"/>
              </a:rPr>
              <a:t>[Deliverable 6 Title]</a:t>
            </a:r>
          </a:p>
          <a:p>
            <a:pPr algn="ctr">
              <a:spcBef>
                <a:spcPts val="0"/>
              </a:spcBef>
              <a:spcAft>
                <a:spcPts val="200"/>
              </a:spcAft>
            </a:pPr>
            <a:r>
              <a:rPr lang="en-US" sz="900" b="0" dirty="0">
                <a:solidFill>
                  <a:srgbClr val="4A4A4A"/>
                </a:solidFill>
                <a:latin typeface="Graphik"/>
              </a:rPr>
              <a:t>[Brief description of what was built and its purpose]</a:t>
            </a:r>
          </a:p>
        </p:txBody>
      </p:sp>
      <p:sp>
        <p:nvSpPr>
          <p:cNvPr id="29" name="Oval 28"/>
          <p:cNvSpPr/>
          <p:nvPr/>
        </p:nvSpPr>
        <p:spPr>
          <a:xfrm>
            <a:off x="2585229" y="3035808"/>
            <a:ext cx="365760" cy="365760"/>
          </a:xfrm>
          <a:prstGeom prst="ellipse">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Graphik"/>
              </a:rPr>
              <a:t>8</a:t>
            </a:r>
          </a:p>
        </p:txBody>
      </p:sp>
      <p:sp>
        <p:nvSpPr>
          <p:cNvPr id="30" name="TextBox 29"/>
          <p:cNvSpPr txBox="1"/>
          <p:nvPr/>
        </p:nvSpPr>
        <p:spPr>
          <a:xfrm>
            <a:off x="1964382" y="3456432"/>
            <a:ext cx="1645920" cy="914400"/>
          </a:xfrm>
          <a:prstGeom prst="rect">
            <a:avLst/>
          </a:prstGeom>
          <a:noFill/>
        </p:spPr>
        <p:txBody>
          <a:bodyPr wrap="square" lIns="0" tIns="0" rIns="0" bIns="0"/>
          <a:lstStyle/>
          <a:p>
            <a:pPr algn="ctr">
              <a:spcBef>
                <a:spcPts val="0"/>
              </a:spcBef>
              <a:spcAft>
                <a:spcPts val="200"/>
              </a:spcAft>
            </a:pPr>
            <a:r>
              <a:rPr lang="en-US" sz="900" b="1" dirty="0">
                <a:solidFill>
                  <a:srgbClr val="000000"/>
                </a:solidFill>
                <a:latin typeface="Graphik"/>
              </a:rPr>
              <a:t>[Deliverable 7 Title]</a:t>
            </a:r>
          </a:p>
          <a:p>
            <a:pPr algn="ctr">
              <a:spcBef>
                <a:spcPts val="0"/>
              </a:spcBef>
              <a:spcAft>
                <a:spcPts val="200"/>
              </a:spcAft>
            </a:pPr>
            <a:r>
              <a:rPr lang="en-US" sz="900" b="0" dirty="0">
                <a:solidFill>
                  <a:srgbClr val="4A4A4A"/>
                </a:solidFill>
                <a:latin typeface="Graphik"/>
              </a:rPr>
              <a:t>[Deliverable 7 description — what was built and its purpose]</a:t>
            </a:r>
          </a:p>
        </p:txBody>
      </p:sp>
      <p:sp>
        <p:nvSpPr>
          <p:cNvPr id="31" name="TextBox 30"/>
          <p:cNvSpPr txBox="1"/>
          <p:nvPr/>
        </p:nvSpPr>
        <p:spPr>
          <a:xfrm>
            <a:off x="274320" y="4663440"/>
            <a:ext cx="365760" cy="365760"/>
          </a:xfrm>
          <a:prstGeom prst="rect">
            <a:avLst/>
          </a:prstGeom>
          <a:noFill/>
        </p:spPr>
        <p:txBody>
          <a:bodyPr wrap="square" lIns="0" tIns="0" rIns="0" bIns="0"/>
          <a:lstStyle/>
          <a:p>
            <a:pPr algn="l"/>
            <a:r>
              <a:rPr lang="en-US" sz="2200" b="1" i="0">
                <a:solidFill>
                  <a:srgbClr val="A100FF"/>
                </a:solidFill>
                <a:latin typeface="Graphik"/>
              </a:rPr>
              <a:t>&gt;</a:t>
            </a:r>
          </a:p>
        </p:txBody>
      </p:sp>
      <p:sp>
        <p:nvSpPr>
          <p:cNvPr id="32" name="TextBox 31"/>
          <p:cNvSpPr txBox="1"/>
          <p:nvPr/>
        </p:nvSpPr>
        <p:spPr>
          <a:xfrm>
            <a:off x="4114800" y="4828032"/>
            <a:ext cx="4754880" cy="182880"/>
          </a:xfrm>
          <a:prstGeom prst="rect">
            <a:avLst/>
          </a:prstGeom>
          <a:noFill/>
        </p:spPr>
        <p:txBody>
          <a:bodyPr wrap="square" lIns="0" tIns="0" rIns="0" bIns="0"/>
          <a:lstStyle/>
          <a:p>
            <a:pPr algn="r"/>
            <a:r>
              <a:rPr lang="en-US" sz="700" b="0" i="0">
                <a:solidFill>
                  <a:srgbClr val="888888"/>
                </a:solidFill>
                <a:latin typeface="Graphik"/>
              </a:rPr>
              <a:t>Copyright © 2026 Accenture. All rights reserved.</a:t>
            </a:r>
          </a:p>
        </p:txBody>
      </p:sp>
      <p:sp>
        <p:nvSpPr>
          <p:cNvPr id="33" name="TextBox 32"/>
          <p:cNvSpPr txBox="1"/>
          <p:nvPr/>
        </p:nvSpPr>
        <p:spPr>
          <a:xfrm>
            <a:off x="8595360" y="4663440"/>
            <a:ext cx="365760" cy="274320"/>
          </a:xfrm>
          <a:prstGeom prst="rect">
            <a:avLst/>
          </a:prstGeom>
          <a:noFill/>
        </p:spPr>
        <p:txBody>
          <a:bodyPr wrap="square" lIns="0" tIns="0" rIns="0" bIns="0"/>
          <a:lstStyle/>
          <a:p>
            <a:pPr algn="r"/>
            <a:r>
              <a:rPr lang="en-US" sz="900" b="0" i="0">
                <a:solidFill>
                  <a:srgbClr val="888888"/>
                </a:solidFill>
                <a:latin typeface="Graphik"/>
              </a:rPr>
              <a:t>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274320" y="4663440"/>
            <a:ext cx="365760" cy="365760"/>
          </a:xfrm>
          <a:prstGeom prst="rect">
            <a:avLst/>
          </a:prstGeom>
          <a:noFill/>
          <a:ln/>
        </p:spPr>
        <p:txBody>
          <a:bodyPr wrap="square" lIns="0" tIns="0" rIns="0" bIns="0" rtlCol="0" anchor="ctr"/>
          <a:lstStyle/>
          <a:p>
            <a:pPr marL="0" indent="0">
              <a:buNone/>
            </a:pPr>
            <a:r>
              <a:rPr lang="en-US" sz="2200" b="1" dirty="0">
                <a:solidFill>
                  <a:srgbClr val="A100FF"/>
                </a:solidFill>
                <a:latin typeface="Graphik" panose="020B0503030202060203" pitchFamily="34" charset="0"/>
                <a:ea typeface="Arial Black" pitchFamily="34" charset="-122"/>
                <a:cs typeface="Arial Black" pitchFamily="34" charset="-120"/>
              </a:rPr>
              <a:t>&gt;</a:t>
            </a:r>
            <a:endParaRPr lang="en-US" sz="2200" dirty="0">
              <a:latin typeface="Graphik" panose="020B0503030202060203" pitchFamily="34" charset="0"/>
            </a:endParaRPr>
          </a:p>
        </p:txBody>
      </p:sp>
      <p:sp>
        <p:nvSpPr>
          <p:cNvPr id="4" name="Text 2"/>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888888"/>
                </a:solidFill>
                <a:latin typeface="Graphik" panose="020B0503030202060203" pitchFamily="34" charset="0"/>
                <a:ea typeface="Calibri" pitchFamily="34" charset="-122"/>
                <a:cs typeface="Calibri" pitchFamily="34" charset="-120"/>
              </a:rPr>
              <a:t>Copyright © 2026 Accenture. All rights reserved.</a:t>
            </a:r>
            <a:endParaRPr lang="en-US" sz="700" dirty="0">
              <a:latin typeface="Graphik" panose="020B0503030202060203" pitchFamily="34" charset="0"/>
            </a:endParaRPr>
          </a:p>
        </p:txBody>
      </p:sp>
      <p:sp>
        <p:nvSpPr>
          <p:cNvPr id="5" name="Text 3"/>
          <p:cNvSpPr/>
          <p:nvPr/>
        </p:nvSpPr>
        <p:spPr>
          <a:xfrm>
            <a:off x="8595360" y="4663440"/>
            <a:ext cx="365760" cy="274320"/>
          </a:xfrm>
          <a:prstGeom prst="rect">
            <a:avLst/>
          </a:prstGeom>
          <a:noFill/>
          <a:ln/>
        </p:spPr>
        <p:txBody>
          <a:bodyPr wrap="square" lIns="0" tIns="0" rIns="0" bIns="0" rtlCol="0" anchor="ctr"/>
          <a:lstStyle/>
          <a:p>
            <a:pPr marL="0" indent="0" algn="r">
              <a:buNone/>
            </a:pPr>
            <a:r>
              <a:rPr lang="en-US" sz="900">
                <a:solidFill>
                  <a:srgbClr val="888888"/>
                </a:solidFill>
                <a:latin typeface="Graphik" panose="020B0503030202060203" pitchFamily="34" charset="0"/>
                <a:ea typeface="Calibri" pitchFamily="34" charset="-122"/>
                <a:cs typeface="Calibri" pitchFamily="34" charset="-120"/>
              </a:rPr>
              <a:t>7</a:t>
            </a:r>
            <a:endParaRPr lang="en-US" sz="900" dirty="0">
              <a:latin typeface="Graphik" panose="020B0503030202060203" pitchFamily="34" charset="0"/>
            </a:endParaRPr>
          </a:p>
        </p:txBody>
      </p:sp>
      <p:sp>
        <p:nvSpPr>
          <p:cNvPr id="6" name="Text 4"/>
          <p:cNvSpPr/>
          <p:nvPr/>
        </p:nvSpPr>
        <p:spPr>
          <a:xfrm>
            <a:off x="640080" y="228600"/>
            <a:ext cx="8229600" cy="502920"/>
          </a:xfrm>
          <a:prstGeom prst="rect">
            <a:avLst/>
          </a:prstGeom>
          <a:noFill/>
          <a:ln/>
        </p:spPr>
        <p:txBody>
          <a:bodyPr wrap="square" lIns="0" tIns="0" rIns="0" bIns="0" rtlCol="0" anchor="ctr"/>
          <a:lstStyle/>
          <a:p>
            <a:pPr marL="0" indent="0">
              <a:buNone/>
            </a:pPr>
            <a:r>
              <a:rPr lang="en-US" sz="2400" b="1" dirty="0">
                <a:solidFill>
                  <a:srgbClr val="000000"/>
                </a:solidFill>
                <a:latin typeface="Graphik" panose="020B0503030202060203" pitchFamily="34" charset="0"/>
                <a:ea typeface="Calibri" pitchFamily="34" charset="-122"/>
                <a:cs typeface="Calibri" pitchFamily="34" charset="-120"/>
              </a:rPr>
              <a:t>[Contribution Beyond Scope — Title]</a:t>
            </a:r>
            <a:endParaRPr lang="en-US" sz="2400" dirty="0">
              <a:latin typeface="Graphik" panose="020B0503030202060203" pitchFamily="34" charset="0"/>
            </a:endParaRPr>
          </a:p>
        </p:txBody>
      </p:sp>
      <p:sp>
        <p:nvSpPr>
          <p:cNvPr id="7" name="Text 5"/>
          <p:cNvSpPr/>
          <p:nvPr/>
        </p:nvSpPr>
        <p:spPr>
          <a:xfrm>
            <a:off x="640080" y="822960"/>
            <a:ext cx="7772400" cy="274320"/>
          </a:xfrm>
          <a:prstGeom prst="rect">
            <a:avLst/>
          </a:prstGeom>
          <a:noFill/>
          <a:ln/>
        </p:spPr>
        <p:txBody>
          <a:bodyPr wrap="square" lIns="0" tIns="0" rIns="0" bIns="0" rtlCol="0" anchor="ctr"/>
          <a:lstStyle/>
          <a:p>
            <a:pPr marL="0" indent="0">
              <a:buNone/>
            </a:pPr>
            <a:r>
              <a:rPr lang="en-US" sz="1200" dirty="0">
                <a:solidFill>
                  <a:srgbClr val="4A4A4A"/>
                </a:solidFill>
                <a:latin typeface="Graphik" panose="020B0503030202060203" pitchFamily="34" charset="0"/>
                <a:ea typeface="Calibri" pitchFamily="34" charset="-122"/>
                <a:cs typeface="Calibri" pitchFamily="34" charset="-120"/>
              </a:rPr>
              <a:t>[Subtitle: brief description of the additional work taken on and why it matters]</a:t>
            </a:r>
            <a:endParaRPr lang="en-US" sz="1200" dirty="0">
              <a:latin typeface="Graphik" panose="020B0503030202060203" pitchFamily="34" charset="0"/>
            </a:endParaRPr>
          </a:p>
        </p:txBody>
      </p:sp>
      <p:sp>
        <p:nvSpPr>
          <p:cNvPr id="8" name="Shape 6"/>
          <p:cNvSpPr/>
          <p:nvPr/>
        </p:nvSpPr>
        <p:spPr>
          <a:xfrm>
            <a:off x="640080" y="1143000"/>
            <a:ext cx="3886200" cy="2606040"/>
          </a:xfrm>
          <a:prstGeom prst="roundRect">
            <a:avLst>
              <a:gd name="adj" fmla="val 2807"/>
            </a:avLst>
          </a:prstGeom>
          <a:solidFill>
            <a:srgbClr val="F5F5F5"/>
          </a:solidFill>
          <a:ln/>
        </p:spPr>
        <p:txBody>
          <a:bodyPr/>
          <a:lstStyle/>
          <a:p>
            <a:endParaRPr lang="en-US">
              <a:latin typeface="Graphik" panose="020B0503030202060203" pitchFamily="34" charset="0"/>
            </a:endParaRPr>
          </a:p>
        </p:txBody>
      </p:sp>
      <p:sp>
        <p:nvSpPr>
          <p:cNvPr id="9" name="Shape 7"/>
          <p:cNvSpPr/>
          <p:nvPr/>
        </p:nvSpPr>
        <p:spPr>
          <a:xfrm>
            <a:off x="640080" y="1143000"/>
            <a:ext cx="3886200" cy="457200"/>
          </a:xfrm>
          <a:prstGeom prst="roundRect">
            <a:avLst>
              <a:gd name="adj" fmla="val 16000"/>
            </a:avLst>
          </a:prstGeom>
          <a:solidFill>
            <a:srgbClr val="A100FF"/>
          </a:solidFill>
          <a:ln/>
        </p:spPr>
        <p:txBody>
          <a:bodyPr/>
          <a:lstStyle/>
          <a:p>
            <a:endParaRPr lang="en-US" dirty="0">
              <a:latin typeface="Graphik" panose="020B0503030202060203" pitchFamily="34" charset="0"/>
            </a:endParaRPr>
          </a:p>
        </p:txBody>
      </p:sp>
      <p:sp>
        <p:nvSpPr>
          <p:cNvPr id="10" name="Shape 8"/>
          <p:cNvSpPr/>
          <p:nvPr/>
        </p:nvSpPr>
        <p:spPr>
          <a:xfrm>
            <a:off x="640080" y="1527048"/>
            <a:ext cx="3886200" cy="91440"/>
          </a:xfrm>
          <a:prstGeom prst="rect">
            <a:avLst/>
          </a:prstGeom>
          <a:solidFill>
            <a:srgbClr val="A100FF"/>
          </a:solidFill>
          <a:ln/>
        </p:spPr>
        <p:txBody>
          <a:bodyPr/>
          <a:lstStyle/>
          <a:p>
            <a:endParaRPr lang="en-US">
              <a:latin typeface="Graphik" panose="020B0503030202060203" pitchFamily="34" charset="0"/>
            </a:endParaRPr>
          </a:p>
        </p:txBody>
      </p:sp>
      <p:pic>
        <p:nvPicPr>
          <p:cNvPr id="11" name="Image 0" descr="preencoded.png"/>
          <p:cNvPicPr>
            <a:picLocks noChangeAspect="1"/>
          </p:cNvPicPr>
          <p:nvPr/>
        </p:nvPicPr>
        <p:blipFill>
          <a:blip r:embed="rId3"/>
          <a:stretch>
            <a:fillRect/>
          </a:stretch>
        </p:blipFill>
        <p:spPr>
          <a:xfrm>
            <a:off x="822960" y="1234440"/>
            <a:ext cx="256032" cy="256032"/>
          </a:xfrm>
          <a:prstGeom prst="rect">
            <a:avLst/>
          </a:prstGeom>
        </p:spPr>
      </p:pic>
      <p:sp>
        <p:nvSpPr>
          <p:cNvPr id="12" name="Text 9"/>
          <p:cNvSpPr/>
          <p:nvPr/>
        </p:nvSpPr>
        <p:spPr>
          <a:xfrm>
            <a:off x="1188720" y="1161288"/>
            <a:ext cx="3108960" cy="411480"/>
          </a:xfrm>
          <a:prstGeom prst="rect">
            <a:avLst/>
          </a:prstGeom>
          <a:noFill/>
          <a:ln/>
        </p:spPr>
        <p:txBody>
          <a:bodyPr wrap="square" lIns="0" tIns="0" rIns="0" bIns="0" rtlCol="0" anchor="ctr"/>
          <a:lstStyle/>
          <a:p>
            <a:pPr marL="0" indent="0">
              <a:buNone/>
            </a:pPr>
            <a:r>
              <a:rPr lang="en-US" sz="1400" b="1" dirty="0">
                <a:solidFill>
                  <a:srgbClr val="FFFFFF"/>
                </a:solidFill>
                <a:latin typeface="Graphik" panose="020B0503030202060203" pitchFamily="34" charset="0"/>
                <a:ea typeface="Calibri" pitchFamily="34" charset="-122"/>
                <a:cs typeface="Calibri" pitchFamily="34" charset="-120"/>
              </a:rPr>
              <a:t>[Initiative / Workstream Name]</a:t>
            </a:r>
            <a:endParaRPr lang="en-US" sz="1400" dirty="0">
              <a:latin typeface="Graphik" panose="020B0503030202060203" pitchFamily="34" charset="0"/>
            </a:endParaRPr>
          </a:p>
        </p:txBody>
      </p:sp>
      <p:sp>
        <p:nvSpPr>
          <p:cNvPr id="13" name="Text 10"/>
          <p:cNvSpPr/>
          <p:nvPr/>
        </p:nvSpPr>
        <p:spPr>
          <a:xfrm>
            <a:off x="822960" y="1691640"/>
            <a:ext cx="3474720" cy="19202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4A4A4A"/>
                </a:solidFill>
                <a:latin typeface="Graphik" panose="020B0503030202060203" pitchFamily="34" charset="0"/>
                <a:ea typeface="Calibri" pitchFamily="34" charset="-122"/>
                <a:cs typeface="Calibri" pitchFamily="34" charset="-120"/>
              </a:rPr>
              <a:t>[Key capability / deliverable 1]</a:t>
            </a:r>
            <a:endParaRPr lang="en-US" sz="1100" dirty="0">
              <a:latin typeface="Graphik" panose="020B0503030202060203" pitchFamily="34" charset="0"/>
            </a:endParaRPr>
          </a:p>
          <a:p>
            <a:pPr marL="342900" indent="-342900">
              <a:spcAft>
                <a:spcPts val="800"/>
              </a:spcAft>
              <a:buSzPct val="100000"/>
              <a:buChar char="•"/>
            </a:pPr>
            <a:r>
              <a:rPr lang="en-US" sz="1100" dirty="0">
                <a:solidFill>
                  <a:srgbClr val="4A4A4A"/>
                </a:solidFill>
                <a:latin typeface="Graphik" panose="020B0503030202060203" pitchFamily="34" charset="0"/>
                <a:ea typeface="Calibri" pitchFamily="34" charset="-122"/>
                <a:cs typeface="Calibri" pitchFamily="34" charset="-120"/>
              </a:rPr>
              <a:t>[Key capability / deliverable 2]</a:t>
            </a:r>
            <a:endParaRPr lang="en-US" sz="1100" dirty="0">
              <a:latin typeface="Graphik" panose="020B0503030202060203" pitchFamily="34" charset="0"/>
            </a:endParaRPr>
          </a:p>
          <a:p>
            <a:pPr marL="342900" indent="-342900">
              <a:spcAft>
                <a:spcPts val="800"/>
              </a:spcAft>
              <a:buSzPct val="100000"/>
              <a:buChar char="•"/>
            </a:pPr>
            <a:r>
              <a:rPr lang="en-US" sz="1100" dirty="0">
                <a:solidFill>
                  <a:srgbClr val="4A4A4A"/>
                </a:solidFill>
                <a:latin typeface="Graphik" panose="020B0503030202060203" pitchFamily="34" charset="0"/>
                <a:ea typeface="Calibri" pitchFamily="34" charset="-122"/>
                <a:cs typeface="Calibri" pitchFamily="34" charset="-120"/>
              </a:rPr>
              <a:t>[Key capability / deliverable 3]</a:t>
            </a:r>
            <a:endParaRPr lang="en-US" sz="1100" dirty="0">
              <a:latin typeface="Graphik" panose="020B0503030202060203" pitchFamily="34" charset="0"/>
            </a:endParaRPr>
          </a:p>
          <a:p>
            <a:pPr marL="342900" indent="-342900">
              <a:spcAft>
                <a:spcPts val="800"/>
              </a:spcAft>
              <a:buSzPct val="100000"/>
              <a:buChar char="•"/>
            </a:pPr>
            <a:r>
              <a:rPr lang="en-US" sz="1100" dirty="0">
                <a:solidFill>
                  <a:srgbClr val="4A4A4A"/>
                </a:solidFill>
                <a:latin typeface="Graphik" panose="020B0503030202060203" pitchFamily="34" charset="0"/>
                <a:ea typeface="Calibri" pitchFamily="34" charset="-122"/>
                <a:cs typeface="Calibri" pitchFamily="34" charset="-120"/>
              </a:rPr>
              <a:t>[Key capability / deliverable 4]</a:t>
            </a:r>
            <a:endParaRPr lang="en-US" sz="1100" dirty="0">
              <a:latin typeface="Graphik" panose="020B0503030202060203" pitchFamily="34" charset="0"/>
            </a:endParaRPr>
          </a:p>
          <a:p>
            <a:pPr marL="342900" indent="-342900">
              <a:spcAft>
                <a:spcPts val="800"/>
              </a:spcAft>
              <a:buSzPct val="100000"/>
              <a:buChar char="•"/>
            </a:pPr>
            <a:r>
              <a:rPr lang="en-US" sz="1100" dirty="0">
                <a:solidFill>
                  <a:srgbClr val="4A4A4A"/>
                </a:solidFill>
                <a:latin typeface="Graphik" panose="020B0503030202060203" pitchFamily="34" charset="0"/>
                <a:ea typeface="Calibri" pitchFamily="34" charset="-122"/>
                <a:cs typeface="Calibri" pitchFamily="34" charset="-120"/>
              </a:rPr>
              <a:t>[Key capability / deliverable 5]</a:t>
            </a:r>
            <a:endParaRPr lang="en-US" sz="1100" dirty="0">
              <a:latin typeface="Graphik" panose="020B0503030202060203" pitchFamily="34" charset="0"/>
            </a:endParaRPr>
          </a:p>
        </p:txBody>
      </p:sp>
      <p:sp>
        <p:nvSpPr>
          <p:cNvPr id="14" name="Shape 11"/>
          <p:cNvSpPr/>
          <p:nvPr/>
        </p:nvSpPr>
        <p:spPr>
          <a:xfrm>
            <a:off x="4800600" y="1143000"/>
            <a:ext cx="3886200" cy="2606040"/>
          </a:xfrm>
          <a:prstGeom prst="roundRect">
            <a:avLst>
              <a:gd name="adj" fmla="val 2807"/>
            </a:avLst>
          </a:prstGeom>
          <a:solidFill>
            <a:srgbClr val="F5F5F5"/>
          </a:solidFill>
          <a:ln/>
        </p:spPr>
        <p:txBody>
          <a:bodyPr/>
          <a:lstStyle/>
          <a:p>
            <a:endParaRPr lang="en-US">
              <a:latin typeface="Graphik" panose="020B0503030202060203" pitchFamily="34" charset="0"/>
            </a:endParaRPr>
          </a:p>
        </p:txBody>
      </p:sp>
      <p:sp>
        <p:nvSpPr>
          <p:cNvPr id="15" name="Shape 12"/>
          <p:cNvSpPr/>
          <p:nvPr/>
        </p:nvSpPr>
        <p:spPr>
          <a:xfrm>
            <a:off x="4800600" y="1143000"/>
            <a:ext cx="3886200" cy="457200"/>
          </a:xfrm>
          <a:prstGeom prst="roundRect">
            <a:avLst>
              <a:gd name="adj" fmla="val 16000"/>
            </a:avLst>
          </a:prstGeom>
          <a:solidFill>
            <a:srgbClr val="460073"/>
          </a:solidFill>
          <a:ln/>
        </p:spPr>
        <p:txBody>
          <a:bodyPr/>
          <a:lstStyle/>
          <a:p>
            <a:endParaRPr lang="en-US">
              <a:latin typeface="Graphik" panose="020B0503030202060203" pitchFamily="34" charset="0"/>
            </a:endParaRPr>
          </a:p>
        </p:txBody>
      </p:sp>
      <p:sp>
        <p:nvSpPr>
          <p:cNvPr id="16" name="Shape 13"/>
          <p:cNvSpPr/>
          <p:nvPr/>
        </p:nvSpPr>
        <p:spPr>
          <a:xfrm>
            <a:off x="4800600" y="1527048"/>
            <a:ext cx="3886200" cy="91440"/>
          </a:xfrm>
          <a:prstGeom prst="rect">
            <a:avLst/>
          </a:prstGeom>
          <a:solidFill>
            <a:srgbClr val="460073"/>
          </a:solidFill>
          <a:ln/>
        </p:spPr>
        <p:txBody>
          <a:bodyPr/>
          <a:lstStyle/>
          <a:p>
            <a:endParaRPr lang="en-US">
              <a:latin typeface="Graphik" panose="020B0503030202060203" pitchFamily="34" charset="0"/>
            </a:endParaRPr>
          </a:p>
        </p:txBody>
      </p:sp>
      <p:pic>
        <p:nvPicPr>
          <p:cNvPr id="17" name="Image 1" descr="preencoded.png"/>
          <p:cNvPicPr>
            <a:picLocks noChangeAspect="1"/>
          </p:cNvPicPr>
          <p:nvPr/>
        </p:nvPicPr>
        <p:blipFill>
          <a:blip r:embed="rId4"/>
          <a:stretch>
            <a:fillRect/>
          </a:stretch>
        </p:blipFill>
        <p:spPr>
          <a:xfrm>
            <a:off x="4983480" y="1234440"/>
            <a:ext cx="256032" cy="256032"/>
          </a:xfrm>
          <a:prstGeom prst="rect">
            <a:avLst/>
          </a:prstGeom>
        </p:spPr>
      </p:pic>
      <p:sp>
        <p:nvSpPr>
          <p:cNvPr id="18" name="Text 14"/>
          <p:cNvSpPr/>
          <p:nvPr/>
        </p:nvSpPr>
        <p:spPr>
          <a:xfrm>
            <a:off x="5349240" y="1161288"/>
            <a:ext cx="3108960" cy="411480"/>
          </a:xfrm>
          <a:prstGeom prst="rect">
            <a:avLst/>
          </a:prstGeom>
          <a:noFill/>
          <a:ln/>
        </p:spPr>
        <p:txBody>
          <a:bodyPr wrap="square" lIns="0" tIns="0" rIns="0" bIns="0" rtlCol="0" anchor="ctr"/>
          <a:lstStyle/>
          <a:p>
            <a:pPr marL="0" indent="0">
              <a:buNone/>
            </a:pPr>
            <a:r>
              <a:rPr lang="en-US" sz="1400" b="1" dirty="0">
                <a:solidFill>
                  <a:srgbClr val="FFFFFF"/>
                </a:solidFill>
                <a:latin typeface="Graphik" panose="020B0503030202060203" pitchFamily="34" charset="0"/>
                <a:ea typeface="Calibri" pitchFamily="34" charset="-122"/>
                <a:cs typeface="Calibri" pitchFamily="34" charset="-120"/>
              </a:rPr>
              <a:t>Target Outcomes</a:t>
            </a:r>
            <a:endParaRPr lang="en-US" sz="1400" dirty="0">
              <a:latin typeface="Graphik" panose="020B0503030202060203" pitchFamily="34" charset="0"/>
            </a:endParaRPr>
          </a:p>
        </p:txBody>
      </p:sp>
      <p:sp>
        <p:nvSpPr>
          <p:cNvPr id="19" name="Text 15"/>
          <p:cNvSpPr/>
          <p:nvPr/>
        </p:nvSpPr>
        <p:spPr>
          <a:xfrm>
            <a:off x="4983480" y="1691640"/>
            <a:ext cx="3474720" cy="1920240"/>
          </a:xfrm>
          <a:prstGeom prst="rect">
            <a:avLst/>
          </a:prstGeom>
          <a:noFill/>
          <a:ln/>
        </p:spPr>
        <p:txBody>
          <a:bodyPr wrap="square" lIns="0" tIns="0" rIns="0" bIns="0" rtlCol="0" anchor="ctr"/>
          <a:lstStyle/>
          <a:p>
            <a:pPr marL="0" indent="0">
              <a:buNone/>
            </a:pPr>
            <a:r>
              <a:rPr lang="en-US" sz="1600" b="1" dirty="0">
                <a:solidFill>
                  <a:srgbClr val="A100FF"/>
                </a:solidFill>
                <a:latin typeface="Graphik" panose="020B0503030202060203" pitchFamily="34" charset="0"/>
                <a:ea typeface="Calibri" pitchFamily="34" charset="-122"/>
                <a:cs typeface="Calibri" pitchFamily="34" charset="-120"/>
              </a:rPr>
              <a:t xml:space="preserve">01  </a:t>
            </a:r>
            <a:r>
              <a:rPr lang="en-US" sz="1300" b="1" dirty="0">
                <a:solidFill>
                  <a:srgbClr val="000000"/>
                </a:solidFill>
                <a:latin typeface="Graphik" panose="020B0503030202060203" pitchFamily="34" charset="0"/>
                <a:ea typeface="Calibri" pitchFamily="34" charset="-122"/>
                <a:cs typeface="Calibri" pitchFamily="34" charset="-120"/>
              </a:rPr>
              <a:t>[Outcome 1]</a:t>
            </a:r>
            <a:endParaRPr lang="en-US" sz="1600" dirty="0">
              <a:latin typeface="Graphik" panose="020B0503030202060203" pitchFamily="34" charset="0"/>
            </a:endParaRPr>
          </a:p>
          <a:p>
            <a:pPr marL="0" indent="0">
              <a:spcAft>
                <a:spcPts val="1600"/>
              </a:spcAft>
              <a:buNone/>
            </a:pPr>
            <a:r>
              <a:rPr lang="en-US" sz="1100" dirty="0">
                <a:solidFill>
                  <a:srgbClr val="4A4A4A"/>
                </a:solidFill>
                <a:latin typeface="Graphik" panose="020B0503030202060203" pitchFamily="34" charset="0"/>
                <a:ea typeface="Calibri" pitchFamily="34" charset="-122"/>
                <a:cs typeface="Calibri" pitchFamily="34" charset="-120"/>
              </a:rPr>
              <a:t>[Outcome 1 description]</a:t>
            </a:r>
            <a:endParaRPr lang="en-US" sz="1600" dirty="0">
              <a:latin typeface="Graphik" panose="020B0503030202060203" pitchFamily="34" charset="0"/>
            </a:endParaRPr>
          </a:p>
          <a:p>
            <a:pPr marL="0" indent="0">
              <a:buNone/>
            </a:pPr>
            <a:r>
              <a:rPr lang="en-US" sz="1600" b="1" dirty="0">
                <a:solidFill>
                  <a:srgbClr val="A100FF"/>
                </a:solidFill>
                <a:latin typeface="Graphik" panose="020B0503030202060203" pitchFamily="34" charset="0"/>
                <a:ea typeface="Calibri" pitchFamily="34" charset="-122"/>
                <a:cs typeface="Calibri" pitchFamily="34" charset="-120"/>
              </a:rPr>
              <a:t xml:space="preserve">02  </a:t>
            </a:r>
            <a:r>
              <a:rPr lang="en-US" sz="1300" b="1" dirty="0">
                <a:solidFill>
                  <a:srgbClr val="000000"/>
                </a:solidFill>
                <a:latin typeface="Graphik" panose="020B0503030202060203" pitchFamily="34" charset="0"/>
                <a:ea typeface="Calibri" pitchFamily="34" charset="-122"/>
                <a:cs typeface="Calibri" pitchFamily="34" charset="-120"/>
              </a:rPr>
              <a:t>[Outcome 2]</a:t>
            </a:r>
            <a:endParaRPr lang="en-US" sz="1600" dirty="0">
              <a:latin typeface="Graphik" panose="020B0503030202060203" pitchFamily="34" charset="0"/>
            </a:endParaRPr>
          </a:p>
          <a:p>
            <a:pPr marL="0" indent="0">
              <a:spcAft>
                <a:spcPts val="1600"/>
              </a:spcAft>
              <a:buNone/>
            </a:pPr>
            <a:r>
              <a:rPr lang="en-US" sz="1100" dirty="0">
                <a:solidFill>
                  <a:srgbClr val="4A4A4A"/>
                </a:solidFill>
                <a:latin typeface="Graphik" panose="020B0503030202060203" pitchFamily="34" charset="0"/>
                <a:ea typeface="Calibri" pitchFamily="34" charset="-122"/>
                <a:cs typeface="Calibri" pitchFamily="34" charset="-120"/>
              </a:rPr>
              <a:t>[Outcome 2 description]</a:t>
            </a:r>
            <a:endParaRPr lang="en-US" sz="1600" dirty="0">
              <a:latin typeface="Graphik" panose="020B0503030202060203" pitchFamily="34" charset="0"/>
            </a:endParaRPr>
          </a:p>
          <a:p>
            <a:pPr marL="0" indent="0">
              <a:buNone/>
            </a:pPr>
            <a:r>
              <a:rPr lang="en-US" sz="1600" b="1" dirty="0">
                <a:solidFill>
                  <a:srgbClr val="A100FF"/>
                </a:solidFill>
                <a:latin typeface="Graphik" panose="020B0503030202060203" pitchFamily="34" charset="0"/>
                <a:ea typeface="Calibri" pitchFamily="34" charset="-122"/>
                <a:cs typeface="Calibri" pitchFamily="34" charset="-120"/>
              </a:rPr>
              <a:t xml:space="preserve">03  </a:t>
            </a:r>
            <a:r>
              <a:rPr lang="en-US" sz="1300" b="1" dirty="0">
                <a:solidFill>
                  <a:srgbClr val="000000"/>
                </a:solidFill>
                <a:latin typeface="Graphik" panose="020B0503030202060203" pitchFamily="34" charset="0"/>
                <a:ea typeface="Calibri" pitchFamily="34" charset="-122"/>
                <a:cs typeface="Calibri" pitchFamily="34" charset="-120"/>
              </a:rPr>
              <a:t>[Outcome 3]</a:t>
            </a:r>
            <a:endParaRPr lang="en-US" sz="1600" dirty="0">
              <a:latin typeface="Graphik" panose="020B0503030202060203" pitchFamily="34" charset="0"/>
            </a:endParaRPr>
          </a:p>
          <a:p>
            <a:pPr marL="0" indent="0">
              <a:buNone/>
            </a:pPr>
            <a:r>
              <a:rPr lang="en-US" sz="1100" dirty="0">
                <a:solidFill>
                  <a:srgbClr val="4A4A4A"/>
                </a:solidFill>
                <a:latin typeface="Graphik" panose="020B0503030202060203" pitchFamily="34" charset="0"/>
                <a:ea typeface="Calibri" pitchFamily="34" charset="-122"/>
                <a:cs typeface="Calibri" pitchFamily="34" charset="-120"/>
              </a:rPr>
              <a:t>[Outcome 3 description]</a:t>
            </a:r>
            <a:endParaRPr lang="en-US" sz="1600" dirty="0">
              <a:latin typeface="Graphik" panose="020B0503030202060203" pitchFamily="34" charset="0"/>
            </a:endParaRPr>
          </a:p>
        </p:txBody>
      </p:sp>
      <p:sp>
        <p:nvSpPr>
          <p:cNvPr id="20" name="Shape 16"/>
          <p:cNvSpPr/>
          <p:nvPr/>
        </p:nvSpPr>
        <p:spPr>
          <a:xfrm>
            <a:off x="640080" y="3931920"/>
            <a:ext cx="7863840" cy="502920"/>
          </a:xfrm>
          <a:prstGeom prst="roundRect">
            <a:avLst>
              <a:gd name="adj" fmla="val 10909"/>
            </a:avLst>
          </a:prstGeom>
          <a:solidFill>
            <a:srgbClr val="F3E5FF"/>
          </a:solidFill>
          <a:ln/>
        </p:spPr>
        <p:txBody>
          <a:bodyPr/>
          <a:lstStyle/>
          <a:p>
            <a:endParaRPr lang="en-US">
              <a:latin typeface="Graphik" panose="020B0503030202060203" pitchFamily="34" charset="0"/>
            </a:endParaRPr>
          </a:p>
        </p:txBody>
      </p:sp>
      <p:sp>
        <p:nvSpPr>
          <p:cNvPr id="21" name="Shape 17"/>
          <p:cNvSpPr/>
          <p:nvPr/>
        </p:nvSpPr>
        <p:spPr>
          <a:xfrm>
            <a:off x="640080" y="3931920"/>
            <a:ext cx="54864" cy="502920"/>
          </a:xfrm>
          <a:prstGeom prst="rect">
            <a:avLst/>
          </a:prstGeom>
          <a:solidFill>
            <a:srgbClr val="A100FF"/>
          </a:solidFill>
          <a:ln/>
        </p:spPr>
        <p:txBody>
          <a:bodyPr/>
          <a:lstStyle/>
          <a:p>
            <a:endParaRPr lang="en-US">
              <a:latin typeface="Graphik" panose="020B0503030202060203" pitchFamily="34" charset="0"/>
            </a:endParaRPr>
          </a:p>
        </p:txBody>
      </p:sp>
      <p:sp>
        <p:nvSpPr>
          <p:cNvPr id="22" name="Text 18"/>
          <p:cNvSpPr/>
          <p:nvPr/>
        </p:nvSpPr>
        <p:spPr>
          <a:xfrm>
            <a:off x="868680" y="3931920"/>
            <a:ext cx="7498080" cy="502920"/>
          </a:xfrm>
          <a:prstGeom prst="rect">
            <a:avLst/>
          </a:prstGeom>
          <a:noFill/>
          <a:ln/>
        </p:spPr>
        <p:txBody>
          <a:bodyPr wrap="square" lIns="0" tIns="0" rIns="0" bIns="0" rtlCol="0" anchor="ctr"/>
          <a:lstStyle/>
          <a:p>
            <a:pPr marL="0" indent="0">
              <a:buNone/>
            </a:pPr>
            <a:r>
              <a:rPr lang="en-US" sz="1100" b="1" dirty="0">
                <a:solidFill>
                  <a:srgbClr val="A100FF"/>
                </a:solidFill>
                <a:latin typeface="Graphik" panose="020B0503030202060203" pitchFamily="34" charset="0"/>
                <a:ea typeface="Calibri" pitchFamily="34" charset="-122"/>
                <a:cs typeface="Calibri" pitchFamily="34" charset="-120"/>
              </a:rPr>
              <a:t xml:space="preserve">Collaboration:  </a:t>
            </a:r>
            <a:r>
              <a:rPr lang="en-US" sz="1000" dirty="0">
                <a:solidFill>
                  <a:srgbClr val="4A4A4A"/>
                </a:solidFill>
                <a:latin typeface="Graphik" panose="020B0503030202060203" pitchFamily="34" charset="0"/>
                <a:ea typeface="Calibri" pitchFamily="34" charset="-122"/>
                <a:cs typeface="Calibri" pitchFamily="34" charset="-120"/>
              </a:rPr>
              <a:t>[Closing note: collaboration approach, team interactions, or the way this contribution was delivered.]</a:t>
            </a:r>
            <a:endParaRPr lang="en-US" sz="1100" dirty="0">
              <a:latin typeface="Graphik" panose="020B05030302020602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 name="Title"/>
          <p:cNvSpPr txBox="1">
            <a:spLocks/>
          </p:cNvSpPr>
          <p:nvPr/>
        </p:nvSpPr>
        <p:spPr>
          <a:xfrm>
            <a:off x="457200" y="137160"/>
            <a:ext cx="8229600" cy="365760"/>
          </a:xfrm>
          <a:prstGeom prst="rect">
            <a:avLst/>
          </a:prstGeom>
          <a:noFill/>
        </p:spPr>
        <p:txBody>
          <a:bodyPr wrap="square" lIns="0" tIns="0" rIns="0" bIns="0" anchor="ctr"/>
          <a:lstStyle/>
          <a:p>
            <a:pPr algn="ctr"/>
            <a:r>
              <a:rPr lang="en-US" sz="2000" b="1">
                <a:solidFill>
                  <a:srgbClr val="000000"/>
                </a:solidFill>
                <a:latin typeface="Graphik"/>
              </a:rPr>
              <a:t>[Impact &amp; Growth — Title]</a:t>
            </a:r>
          </a:p>
        </p:txBody>
      </p:sp>
      <p:sp>
        <p:nvSpPr>
          <p:cNvPr id="7" name="Subtitle"/>
          <p:cNvSpPr txBox="1">
            <a:spLocks/>
          </p:cNvSpPr>
          <p:nvPr/>
        </p:nvSpPr>
        <p:spPr>
          <a:xfrm>
            <a:off x="457200" y="502920"/>
            <a:ext cx="8229600" cy="228600"/>
          </a:xfrm>
          <a:prstGeom prst="rect">
            <a:avLst/>
          </a:prstGeom>
          <a:noFill/>
        </p:spPr>
        <p:txBody>
          <a:bodyPr wrap="square" lIns="0" tIns="0" rIns="0" bIns="0"/>
          <a:lstStyle/>
          <a:p>
            <a:pPr algn="ctr"/>
            <a:r>
              <a:rPr lang="en-US" sz="1000" i="1">
                <a:solidFill>
                  <a:srgbClr val="666666"/>
                </a:solidFill>
                <a:latin typeface="Graphik"/>
              </a:rPr>
              <a:t>[Subtitle: high-level framing of impact and growth over the internship]</a:t>
            </a:r>
          </a:p>
        </p:txBody>
      </p:sp>
      <p:sp>
        <p:nvSpPr>
          <p:cNvPr id="20" name="C1BG"/>
          <p:cNvSpPr/>
          <p:nvPr/>
        </p:nvSpPr>
        <p:spPr>
          <a:xfrm>
            <a:off x="365760" y="777240"/>
            <a:ext cx="4114800" cy="1828800"/>
          </a:xfrm>
          <a:prstGeom prst="roundRect">
            <a:avLst>
              <a:gd name="adj" fmla="val 4000"/>
            </a:avLst>
          </a:prstGeom>
          <a:solidFill>
            <a:srgbClr val="F8F0FF"/>
          </a:solidFill>
          <a:ln w="6350">
            <a:solidFill>
              <a:srgbClr val="E8D5F5"/>
            </a:solidFill>
          </a:ln>
        </p:spPr>
        <p:txBody>
          <a:bodyPr/>
          <a:lstStyle/>
          <a:p>
            <a:endParaRPr lang="en-US"/>
          </a:p>
        </p:txBody>
      </p:sp>
      <p:sp>
        <p:nvSpPr>
          <p:cNvPr id="21" name="C2BG"/>
          <p:cNvSpPr/>
          <p:nvPr/>
        </p:nvSpPr>
        <p:spPr>
          <a:xfrm>
            <a:off x="4663440" y="777240"/>
            <a:ext cx="4114800" cy="1828800"/>
          </a:xfrm>
          <a:prstGeom prst="roundRect">
            <a:avLst>
              <a:gd name="adj" fmla="val 4000"/>
            </a:avLst>
          </a:prstGeom>
          <a:solidFill>
            <a:srgbClr val="F8F0FF"/>
          </a:solidFill>
          <a:ln w="6350">
            <a:solidFill>
              <a:srgbClr val="E8D5F5"/>
            </a:solidFill>
          </a:ln>
        </p:spPr>
        <p:txBody>
          <a:bodyPr/>
          <a:lstStyle/>
          <a:p>
            <a:endParaRPr lang="en-US"/>
          </a:p>
        </p:txBody>
      </p:sp>
      <p:sp>
        <p:nvSpPr>
          <p:cNvPr id="22" name="C3BG"/>
          <p:cNvSpPr/>
          <p:nvPr/>
        </p:nvSpPr>
        <p:spPr>
          <a:xfrm>
            <a:off x="365760" y="2743200"/>
            <a:ext cx="4114800" cy="1828800"/>
          </a:xfrm>
          <a:prstGeom prst="roundRect">
            <a:avLst>
              <a:gd name="adj" fmla="val 4000"/>
            </a:avLst>
          </a:prstGeom>
          <a:solidFill>
            <a:srgbClr val="F3E8FF"/>
          </a:solidFill>
          <a:ln w="6350">
            <a:solidFill>
              <a:srgbClr val="D0B8E8"/>
            </a:solidFill>
          </a:ln>
        </p:spPr>
        <p:txBody>
          <a:bodyPr/>
          <a:lstStyle/>
          <a:p>
            <a:endParaRPr lang="en-US"/>
          </a:p>
        </p:txBody>
      </p:sp>
      <p:sp>
        <p:nvSpPr>
          <p:cNvPr id="23" name="C4BG"/>
          <p:cNvSpPr/>
          <p:nvPr/>
        </p:nvSpPr>
        <p:spPr>
          <a:xfrm>
            <a:off x="4663440" y="2743200"/>
            <a:ext cx="4114800" cy="1828800"/>
          </a:xfrm>
          <a:prstGeom prst="roundRect">
            <a:avLst>
              <a:gd name="adj" fmla="val 4000"/>
            </a:avLst>
          </a:prstGeom>
          <a:solidFill>
            <a:srgbClr val="F3E8FF"/>
          </a:solidFill>
          <a:ln w="6350">
            <a:solidFill>
              <a:srgbClr val="D0B8E8"/>
            </a:solidFill>
          </a:ln>
        </p:spPr>
        <p:txBody>
          <a:bodyPr/>
          <a:lstStyle/>
          <a:p>
            <a:endParaRPr lang="en-US"/>
          </a:p>
        </p:txBody>
      </p:sp>
      <p:sp>
        <p:nvSpPr>
          <p:cNvPr id="40" name="L1"/>
          <p:cNvSpPr txBox="1"/>
          <p:nvPr/>
        </p:nvSpPr>
        <p:spPr>
          <a:xfrm>
            <a:off x="731520" y="831216"/>
            <a:ext cx="3657600" cy="210312"/>
          </a:xfrm>
          <a:prstGeom prst="rect">
            <a:avLst/>
          </a:prstGeom>
          <a:noFill/>
        </p:spPr>
        <p:txBody>
          <a:bodyPr wrap="square" lIns="0" tIns="0" rIns="0" bIns="0" anchor="ctr"/>
          <a:lstStyle/>
          <a:p>
            <a:pPr algn="l"/>
            <a:r>
              <a:rPr sz="900" b="1">
                <a:solidFill>
                  <a:srgbClr val="1A1A2E"/>
                </a:solidFill>
                <a:latin typeface="Graphik"/>
              </a:rPr>
              <a:t>[Impact metric / chart 1 caption]</a:t>
            </a:r>
          </a:p>
        </p:txBody>
      </p:sp>
      <p:sp>
        <p:nvSpPr>
          <p:cNvPr id="41" name="L2"/>
          <p:cNvSpPr txBox="1"/>
          <p:nvPr/>
        </p:nvSpPr>
        <p:spPr>
          <a:xfrm>
            <a:off x="5029200" y="831216"/>
            <a:ext cx="3657600" cy="210312"/>
          </a:xfrm>
          <a:prstGeom prst="rect">
            <a:avLst/>
          </a:prstGeom>
          <a:noFill/>
        </p:spPr>
        <p:txBody>
          <a:bodyPr wrap="square" lIns="0" tIns="0" rIns="0" bIns="0" anchor="ctr"/>
          <a:lstStyle/>
          <a:p>
            <a:pPr algn="l"/>
            <a:r>
              <a:rPr sz="900" b="1">
                <a:solidFill>
                  <a:srgbClr val="1A1A2E"/>
                </a:solidFill>
                <a:latin typeface="Graphik"/>
              </a:rPr>
              <a:t>[Impact metric / chart 2 caption]</a:t>
            </a:r>
          </a:p>
        </p:txBody>
      </p:sp>
      <p:sp>
        <p:nvSpPr>
          <p:cNvPr id="42" name="L3"/>
          <p:cNvSpPr txBox="1"/>
          <p:nvPr/>
        </p:nvSpPr>
        <p:spPr>
          <a:xfrm>
            <a:off x="731520" y="2797176"/>
            <a:ext cx="3657600" cy="210312"/>
          </a:xfrm>
          <a:prstGeom prst="rect">
            <a:avLst/>
          </a:prstGeom>
          <a:noFill/>
        </p:spPr>
        <p:txBody>
          <a:bodyPr wrap="square" lIns="0" tIns="0" rIns="0" bIns="0" anchor="ctr"/>
          <a:lstStyle/>
          <a:p>
            <a:pPr algn="l"/>
            <a:r>
              <a:rPr sz="900" b="1">
                <a:solidFill>
                  <a:srgbClr val="1A1A2E"/>
                </a:solidFill>
                <a:latin typeface="Graphik"/>
              </a:rPr>
              <a:t>[Impact metric / chart 3 caption]</a:t>
            </a:r>
          </a:p>
        </p:txBody>
      </p:sp>
      <p:sp>
        <p:nvSpPr>
          <p:cNvPr id="43" name="L4"/>
          <p:cNvSpPr txBox="1"/>
          <p:nvPr/>
        </p:nvSpPr>
        <p:spPr>
          <a:xfrm>
            <a:off x="5029200" y="2797176"/>
            <a:ext cx="3657600" cy="210312"/>
          </a:xfrm>
          <a:prstGeom prst="rect">
            <a:avLst/>
          </a:prstGeom>
          <a:noFill/>
        </p:spPr>
        <p:txBody>
          <a:bodyPr wrap="square" lIns="0" tIns="0" rIns="0" bIns="0" anchor="ctr"/>
          <a:lstStyle/>
          <a:p>
            <a:pPr algn="l"/>
            <a:r>
              <a:rPr sz="900" b="1">
                <a:solidFill>
                  <a:srgbClr val="1A1A2E"/>
                </a:solidFill>
                <a:latin typeface="Graphik"/>
              </a:rPr>
              <a:t>[Impact metric / chart 4 caption]</a:t>
            </a:r>
          </a:p>
        </p:txBody>
      </p:sp>
      <p:pic>
        <p:nvPicPr>
          <p:cNvPr id="8" name="Image 0" descr="Baseline vs actual load during DR event"/>
          <p:cNvPicPr>
            <a:picLocks noChangeAspect="1"/>
          </p:cNvPicPr>
          <p:nvPr/>
        </p:nvPicPr>
        <p:blipFill>
          <a:blip r:embed="rId3"/>
          <a:stretch>
            <a:fillRect/>
          </a:stretch>
        </p:blipFill>
        <p:spPr>
          <a:xfrm>
            <a:off x="411480" y="1097280"/>
            <a:ext cx="4023360" cy="1463040"/>
          </a:xfrm>
          <a:prstGeom prst="rect">
            <a:avLst/>
          </a:prstGeom>
        </p:spPr>
      </p:pic>
      <p:pic>
        <p:nvPicPr>
          <p:cNvPr id="9" name="Image 1" descr="Load duration curve before and after flattening"/>
          <p:cNvPicPr>
            <a:picLocks noChangeAspect="1"/>
          </p:cNvPicPr>
          <p:nvPr/>
        </p:nvPicPr>
        <p:blipFill>
          <a:blip r:embed="rId4"/>
          <a:stretch>
            <a:fillRect/>
          </a:stretch>
        </p:blipFill>
        <p:spPr>
          <a:xfrm>
            <a:off x="4709160" y="1097280"/>
            <a:ext cx="4023360" cy="1463040"/>
          </a:xfrm>
          <a:prstGeom prst="rect">
            <a:avLst/>
          </a:prstGeom>
        </p:spPr>
      </p:pic>
      <p:pic>
        <p:nvPicPr>
          <p:cNvPr id="10" name="Image 2" descr="Regional load pattern matrix"/>
          <p:cNvPicPr>
            <a:picLocks noChangeAspect="1"/>
          </p:cNvPicPr>
          <p:nvPr/>
        </p:nvPicPr>
        <p:blipFill>
          <a:blip r:embed="rId5"/>
          <a:stretch>
            <a:fillRect/>
          </a:stretch>
        </p:blipFill>
        <p:spPr>
          <a:xfrm>
            <a:off x="411480" y="3063240"/>
            <a:ext cx="4023360" cy="1463040"/>
          </a:xfrm>
          <a:prstGeom prst="rect">
            <a:avLst/>
          </a:prstGeom>
        </p:spPr>
      </p:pic>
      <p:pic>
        <p:nvPicPr>
          <p:cNvPr id="11" name="Image 3" descr="Delivered reduction and rebound analysis"/>
          <p:cNvPicPr>
            <a:picLocks noChangeAspect="1"/>
          </p:cNvPicPr>
          <p:nvPr/>
        </p:nvPicPr>
        <p:blipFill>
          <a:blip r:embed="rId6"/>
          <a:stretch>
            <a:fillRect/>
          </a:stretch>
        </p:blipFill>
        <p:spPr>
          <a:xfrm>
            <a:off x="4709160" y="3063240"/>
            <a:ext cx="4023360" cy="1463040"/>
          </a:xfrm>
          <a:prstGeom prst="rect">
            <a:avLst/>
          </a:prstGeom>
        </p:spPr>
      </p:pic>
      <p:sp>
        <p:nvSpPr>
          <p:cNvPr id="3" name="F1"/>
          <p:cNvSpPr>
            <a:spLocks/>
          </p:cNvSpPr>
          <p:nvPr/>
        </p:nvSpPr>
        <p:spPr>
          <a:xfrm>
            <a:off x="274320" y="4663440"/>
            <a:ext cx="365760" cy="365760"/>
          </a:xfrm>
          <a:prstGeom prst="rect">
            <a:avLst/>
          </a:prstGeom>
          <a:noFill/>
        </p:spPr>
        <p:txBody>
          <a:bodyPr wrap="square" lIns="0" tIns="0" rIns="0" bIns="0" anchor="ctr"/>
          <a:lstStyle/>
          <a:p>
            <a:r>
              <a:rPr lang="en-US" sz="2200" b="1">
                <a:solidFill>
                  <a:srgbClr val="A100FF"/>
                </a:solidFill>
                <a:latin typeface="Graphik"/>
              </a:rPr>
              <a:t>&gt;</a:t>
            </a:r>
          </a:p>
        </p:txBody>
      </p:sp>
      <p:sp>
        <p:nvSpPr>
          <p:cNvPr id="4" name="F2"/>
          <p:cNvSpPr/>
          <p:nvPr/>
        </p:nvSpPr>
        <p:spPr>
          <a:xfrm>
            <a:off x="4114800" y="4828032"/>
            <a:ext cx="4754880" cy="182880"/>
          </a:xfrm>
          <a:prstGeom prst="rect">
            <a:avLst/>
          </a:prstGeom>
          <a:noFill/>
        </p:spPr>
        <p:txBody>
          <a:bodyPr wrap="square" lIns="0" tIns="0" rIns="0" bIns="0" anchor="ctr"/>
          <a:lstStyle/>
          <a:p>
            <a:pPr algn="r"/>
            <a:r>
              <a:rPr lang="en-US" sz="700">
                <a:solidFill>
                  <a:srgbClr val="888888"/>
                </a:solidFill>
                <a:latin typeface="Graphik"/>
              </a:rPr>
              <a:t>Copyright © 2026 Accenture. All rights reserved.</a:t>
            </a:r>
          </a:p>
        </p:txBody>
      </p:sp>
      <p:sp>
        <p:nvSpPr>
          <p:cNvPr id="5" name="PageNum"/>
          <p:cNvSpPr/>
          <p:nvPr/>
        </p:nvSpPr>
        <p:spPr>
          <a:xfrm>
            <a:off x="8595360" y="4663440"/>
            <a:ext cx="365760" cy="274320"/>
          </a:xfrm>
          <a:prstGeom prst="rect">
            <a:avLst/>
          </a:prstGeom>
          <a:noFill/>
        </p:spPr>
        <p:txBody>
          <a:bodyPr wrap="square" lIns="0" tIns="0" rIns="0" bIns="0" anchor="ctr"/>
          <a:lstStyle/>
          <a:p>
            <a:pPr algn="r"/>
            <a:r>
              <a:rPr lang="en-US" sz="900">
                <a:solidFill>
                  <a:srgbClr val="888888"/>
                </a:solidFill>
                <a:latin typeface="Graphik"/>
              </a:rPr>
              <a:t>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4572000" y="457200"/>
            <a:ext cx="4572000" cy="4572000"/>
          </a:xfrm>
          <a:prstGeom prst="rect">
            <a:avLst/>
          </a:prstGeom>
        </p:spPr>
      </p:pic>
      <p:sp>
        <p:nvSpPr>
          <p:cNvPr id="3" name="Text 0"/>
          <p:cNvSpPr/>
          <p:nvPr/>
        </p:nvSpPr>
        <p:spPr>
          <a:xfrm>
            <a:off x="640080" y="1097280"/>
            <a:ext cx="1371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04</a:t>
            </a:r>
            <a:endParaRPr kumimoji="0" lang="en-US" sz="60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4" name="Text 1"/>
          <p:cNvSpPr/>
          <p:nvPr/>
        </p:nvSpPr>
        <p:spPr>
          <a:xfrm>
            <a:off x="640080" y="2011680"/>
            <a:ext cx="6400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Graphik" panose="020B0503030202060203" pitchFamily="34" charset="0"/>
                <a:ea typeface="Graphik" pitchFamily="34" charset="-122"/>
                <a:cs typeface="Graphik" pitchFamily="34" charset="-120"/>
              </a:rPr>
              <a:t>Contributions Beyond Scope</a:t>
            </a:r>
            <a:endParaRPr kumimoji="0" lang="en-US" sz="36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5" name="Text 2"/>
          <p:cNvSpPr/>
          <p:nvPr/>
        </p:nvSpPr>
        <p:spPr>
          <a:xfrm>
            <a:off x="640080" y="310896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alpha val="80000"/>
                  </a:srgbClr>
                </a:solidFill>
                <a:effectLst/>
                <a:uLnTx/>
                <a:uFillTx/>
                <a:latin typeface="Graphik" panose="020B0503030202060203" pitchFamily="34" charset="0"/>
                <a:ea typeface="Graphik" pitchFamily="34" charset="-122"/>
                <a:cs typeface="Graphik" pitchFamily="34" charset="-120"/>
              </a:rPr>
              <a:t>New requirements taken on and scaled delivery beyond original scope</a:t>
            </a:r>
            <a:endParaRPr kumimoji="0" lang="en-US" sz="16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6" name="Text 3"/>
          <p:cNvSpPr/>
          <p:nvPr/>
        </p:nvSpPr>
        <p:spPr>
          <a:xfrm>
            <a:off x="274320" y="4663440"/>
            <a:ext cx="365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&gt;</a:t>
            </a:r>
            <a:endParaRPr kumimoji="0" lang="en-US" sz="22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7" name="Text 4"/>
          <p:cNvSpPr/>
          <p:nvPr/>
        </p:nvSpPr>
        <p:spPr>
          <a:xfrm>
            <a:off x="4114800" y="4828032"/>
            <a:ext cx="475488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Copyright © 2026 Accenture. All rights reserved.</a:t>
            </a:r>
            <a:endParaRPr kumimoji="0" lang="en-US" sz="7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4572000" y="457200"/>
            <a:ext cx="4572000" cy="4572000"/>
          </a:xfrm>
          <a:prstGeom prst="rect">
            <a:avLst/>
          </a:prstGeom>
        </p:spPr>
      </p:pic>
      <p:sp>
        <p:nvSpPr>
          <p:cNvPr id="3" name="Text 0"/>
          <p:cNvSpPr/>
          <p:nvPr/>
        </p:nvSpPr>
        <p:spPr>
          <a:xfrm>
            <a:off x="640080" y="1097280"/>
            <a:ext cx="1371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05</a:t>
            </a:r>
            <a:endParaRPr kumimoji="0" lang="en-US" sz="60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4" name="Text 1"/>
          <p:cNvSpPr/>
          <p:nvPr/>
        </p:nvSpPr>
        <p:spPr>
          <a:xfrm>
            <a:off x="640080" y="2011680"/>
            <a:ext cx="6400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Graphik" panose="020B0503030202060203" pitchFamily="34" charset="0"/>
                <a:ea typeface="Graphik" pitchFamily="34" charset="-122"/>
                <a:cs typeface="Graphik" pitchFamily="34" charset="-120"/>
              </a:rPr>
              <a:t>Impact &amp; Growth Trajectory</a:t>
            </a:r>
            <a:endParaRPr kumimoji="0" lang="en-US" sz="36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5" name="Text 2"/>
          <p:cNvSpPr/>
          <p:nvPr/>
        </p:nvSpPr>
        <p:spPr>
          <a:xfrm>
            <a:off x="640080" y="310896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alpha val="80000"/>
                  </a:srgbClr>
                </a:solidFill>
                <a:effectLst/>
                <a:uLnTx/>
                <a:uFillTx/>
                <a:latin typeface="Graphik" panose="020B0503030202060203" pitchFamily="34" charset="0"/>
                <a:ea typeface="Graphik" pitchFamily="34" charset="-122"/>
                <a:cs typeface="Graphik" pitchFamily="34" charset="-120"/>
              </a:rPr>
              <a:t>Journey in a nutshell — outcomes, recognition, and progression</a:t>
            </a:r>
            <a:endParaRPr kumimoji="0" lang="en-US" sz="16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6" name="Text 3"/>
          <p:cNvSpPr/>
          <p:nvPr/>
        </p:nvSpPr>
        <p:spPr>
          <a:xfrm>
            <a:off x="274320" y="4663440"/>
            <a:ext cx="365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&gt;</a:t>
            </a:r>
            <a:endParaRPr kumimoji="0" lang="en-US" sz="22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7" name="Text 4"/>
          <p:cNvSpPr/>
          <p:nvPr/>
        </p:nvSpPr>
        <p:spPr>
          <a:xfrm>
            <a:off x="4114800" y="4828032"/>
            <a:ext cx="475488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Copyright © 2026 Accenture. All rights reserved.</a:t>
            </a:r>
            <a:endParaRPr kumimoji="0" lang="en-US" sz="7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74320" y="4663440"/>
            <a:ext cx="365760" cy="365760"/>
          </a:xfrm>
          <a:prstGeom prst="rect">
            <a:avLst/>
          </a:prstGeom>
          <a:noFill/>
          <a:ln/>
        </p:spPr>
        <p:txBody>
          <a:bodyPr wrap="square" lIns="0" tIns="0" rIns="0" bIns="0" rtlCol="0" anchor="ctr"/>
          <a:lstStyle/>
          <a:p>
            <a:pPr marL="0" indent="0">
              <a:buNone/>
            </a:pPr>
            <a:r>
              <a:rPr lang="en-US" sz="2200" b="1">
                <a:solidFill>
                  <a:srgbClr val="A100FF"/>
                </a:solidFill>
                <a:latin typeface="Graphik" panose="020B0503030202060203" pitchFamily="34" charset="0"/>
              </a:rPr>
              <a:t>&gt;</a:t>
            </a:r>
          </a:p>
        </p:txBody>
      </p:sp>
      <p:sp>
        <p:nvSpPr>
          <p:cNvPr id="4" name="Text 2"/>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a:solidFill>
                  <a:srgbClr val="888888"/>
                </a:solidFill>
                <a:latin typeface="Graphik" panose="020B0503030202060203" pitchFamily="34" charset="0"/>
              </a:rPr>
              <a:t>Copyright © 2026 Accenture. All rights reserved.</a:t>
            </a:r>
          </a:p>
        </p:txBody>
      </p:sp>
      <p:sp>
        <p:nvSpPr>
          <p:cNvPr id="5" name="Text 3"/>
          <p:cNvSpPr/>
          <p:nvPr/>
        </p:nvSpPr>
        <p:spPr>
          <a:xfrm>
            <a:off x="8595360" y="4663440"/>
            <a:ext cx="365760" cy="274320"/>
          </a:xfrm>
          <a:prstGeom prst="rect">
            <a:avLst/>
          </a:prstGeom>
          <a:noFill/>
          <a:ln/>
        </p:spPr>
        <p:txBody>
          <a:bodyPr wrap="square" lIns="0" tIns="0" rIns="0" bIns="0" rtlCol="0" anchor="ctr"/>
          <a:lstStyle/>
          <a:p>
            <a:pPr marL="0" indent="0" algn="r">
              <a:buNone/>
            </a:pPr>
            <a:r>
              <a:rPr lang="en-US" sz="900">
                <a:solidFill>
                  <a:srgbClr val="888888"/>
                </a:solidFill>
                <a:latin typeface="Graphik" panose="020B0503030202060203" pitchFamily="34" charset="0"/>
              </a:rPr>
              <a:t>5</a:t>
            </a:r>
          </a:p>
        </p:txBody>
      </p:sp>
      <p:sp>
        <p:nvSpPr>
          <p:cNvPr id="6" name="Title"/>
          <p:cNvSpPr/>
          <p:nvPr/>
        </p:nvSpPr>
        <p:spPr>
          <a:xfrm>
            <a:off x="640080" y="228600"/>
            <a:ext cx="8229600" cy="411480"/>
          </a:xfrm>
          <a:prstGeom prst="rect">
            <a:avLst/>
          </a:prstGeom>
          <a:noFill/>
          <a:ln/>
        </p:spPr>
        <p:txBody>
          <a:bodyPr wrap="square" lIns="0" tIns="0" rIns="0" bIns="0" rtlCol="0" anchor="ctr"/>
          <a:lstStyle/>
          <a:p>
            <a:pPr marL="0" indent="0">
              <a:buNone/>
            </a:pPr>
            <a:r>
              <a:rPr lang="en-US" sz="2000" b="1">
                <a:solidFill>
                  <a:srgbClr val="1A1A2E"/>
                </a:solidFill>
                <a:latin typeface="Graphik" panose="020B0503030202060203" pitchFamily="34" charset="0"/>
                <a:ea typeface="Graphik" pitchFamily="34" charset="-122"/>
                <a:cs typeface="Graphik" pitchFamily="34" charset="-120"/>
              </a:rPr>
              <a:t>[Key Deliverable / Workstream Title]</a:t>
            </a:r>
          </a:p>
        </p:txBody>
      </p:sp>
      <p:sp>
        <p:nvSpPr>
          <p:cNvPr id="7" name="Subtitle"/>
          <p:cNvSpPr/>
          <p:nvPr/>
        </p:nvSpPr>
        <p:spPr>
          <a:xfrm>
            <a:off x="640080" y="685800"/>
            <a:ext cx="7772400" cy="320040"/>
          </a:xfrm>
          <a:prstGeom prst="rect">
            <a:avLst/>
          </a:prstGeom>
          <a:noFill/>
          <a:ln/>
        </p:spPr>
        <p:txBody>
          <a:bodyPr wrap="square" lIns="0" tIns="0" rIns="0" bIns="0" rtlCol="0" anchor="ctr"/>
          <a:lstStyle/>
          <a:p>
            <a:pPr marL="0" indent="0">
              <a:buNone/>
            </a:pPr>
            <a:r>
              <a:rPr lang="en-US" sz="1200" i="1">
                <a:solidFill>
                  <a:srgbClr val="4A4A4A"/>
                </a:solidFill>
                <a:latin typeface="Graphik" panose="020B0503030202060203" pitchFamily="34" charset="0"/>
                <a:ea typeface="Graphik" pitchFamily="34" charset="-122"/>
                <a:cs typeface="Graphik" pitchFamily="34" charset="-120"/>
              </a:rPr>
              <a:t>[One-line subtitle: what this deliverable did and its impact]</a:t>
            </a:r>
          </a:p>
        </p:txBody>
      </p:sp>
      <p:sp>
        <p:nvSpPr>
          <p:cNvPr id="8" name="LeftCardBg"/>
          <p:cNvSpPr/>
          <p:nvPr/>
        </p:nvSpPr>
        <p:spPr>
          <a:xfrm>
            <a:off x="457200" y="1097280"/>
            <a:ext cx="4023360" cy="2880000"/>
          </a:xfrm>
          <a:prstGeom prst="roundRect">
            <a:avLst>
              <a:gd name="adj" fmla="val 2807"/>
            </a:avLst>
          </a:prstGeom>
          <a:solidFill>
            <a:srgbClr val="F8F0FF"/>
          </a:solidFill>
          <a:ln w="12700">
            <a:solidFill>
              <a:srgbClr val="E8D5F5"/>
            </a:solidFill>
          </a:ln>
        </p:spPr>
        <p:txBody>
          <a:bodyPr/>
          <a:lstStyle/>
          <a:p>
            <a:endParaRPr lang="en-US">
              <a:latin typeface="Graphik" panose="020B0503030202060203" pitchFamily="34" charset="0"/>
            </a:endParaRPr>
          </a:p>
        </p:txBody>
      </p:sp>
      <p:sp>
        <p:nvSpPr>
          <p:cNvPr id="9" name="LeftHeader"/>
          <p:cNvSpPr/>
          <p:nvPr/>
        </p:nvSpPr>
        <p:spPr>
          <a:xfrm>
            <a:off x="457200" y="1097280"/>
            <a:ext cx="4023360" cy="457200"/>
          </a:xfrm>
          <a:prstGeom prst="roundRect">
            <a:avLst>
              <a:gd name="adj" fmla="val 16000"/>
            </a:avLst>
          </a:prstGeom>
          <a:solidFill>
            <a:srgbClr val="A100FF"/>
          </a:solidFill>
          <a:ln w="0">
            <a:noFill/>
          </a:ln>
        </p:spPr>
        <p:txBody>
          <a:bodyPr/>
          <a:lstStyle/>
          <a:p>
            <a:endParaRPr lang="en-US">
              <a:latin typeface="Graphik" panose="020B0503030202060203" pitchFamily="34" charset="0"/>
            </a:endParaRPr>
          </a:p>
        </p:txBody>
      </p:sp>
      <p:sp>
        <p:nvSpPr>
          <p:cNvPr id="10" name="LeftFiller"/>
          <p:cNvSpPr/>
          <p:nvPr/>
        </p:nvSpPr>
        <p:spPr>
          <a:xfrm>
            <a:off x="457200" y="1463040"/>
            <a:ext cx="4023360" cy="91440"/>
          </a:xfrm>
          <a:prstGeom prst="rect">
            <a:avLst/>
          </a:prstGeom>
          <a:solidFill>
            <a:srgbClr val="A100FF"/>
          </a:solidFill>
          <a:ln w="0">
            <a:noFill/>
          </a:ln>
        </p:spPr>
        <p:txBody>
          <a:bodyPr/>
          <a:lstStyle/>
          <a:p>
            <a:endParaRPr lang="en-US">
              <a:latin typeface="Graphik" panose="020B0503030202060203" pitchFamily="34" charset="0"/>
            </a:endParaRPr>
          </a:p>
        </p:txBody>
      </p:sp>
      <p:pic>
        <p:nvPicPr>
          <p:cNvPr id="11" name="CopilotIcon" descr="preencoded.png"/>
          <p:cNvPicPr>
            <a:picLocks noChangeAspect="1"/>
          </p:cNvPicPr>
          <p:nvPr/>
        </p:nvPicPr>
        <p:blipFill>
          <a:blip r:embed="rId3"/>
          <a:stretch>
            <a:fillRect/>
          </a:stretch>
        </p:blipFill>
        <p:spPr>
          <a:xfrm>
            <a:off x="548640" y="1143000"/>
            <a:ext cx="365760" cy="365760"/>
          </a:xfrm>
          <a:prstGeom prst="rect">
            <a:avLst/>
          </a:prstGeom>
        </p:spPr>
      </p:pic>
      <p:sp>
        <p:nvSpPr>
          <p:cNvPr id="12" name="LeftHeaderText"/>
          <p:cNvSpPr/>
          <p:nvPr/>
        </p:nvSpPr>
        <p:spPr>
          <a:xfrm>
            <a:off x="1005840" y="1143000"/>
            <a:ext cx="3291840" cy="365760"/>
          </a:xfrm>
          <a:prstGeom prst="rect">
            <a:avLst/>
          </a:prstGeom>
          <a:noFill/>
          <a:ln/>
        </p:spPr>
        <p:txBody>
          <a:bodyPr wrap="square" lIns="0" tIns="0" rIns="0" bIns="0" rtlCol="0" anchor="ctr"/>
          <a:lstStyle/>
          <a:p>
            <a:pPr marL="0" indent="0">
              <a:buNone/>
            </a:pPr>
            <a:r>
              <a:rPr lang="en-US" sz="1600" b="1">
                <a:solidFill>
                  <a:srgbClr val="FFFFFF"/>
                </a:solidFill>
                <a:latin typeface="Graphik" panose="020B0503030202060203" pitchFamily="34" charset="0"/>
                <a:ea typeface="Graphik" pitchFamily="34" charset="-122"/>
                <a:cs typeface="Graphik" pitchFamily="34" charset="-120"/>
              </a:rPr>
              <a:t>[Component 1 / Phase 1 Name]</a:t>
            </a:r>
          </a:p>
        </p:txBody>
      </p:sp>
      <p:sp>
        <p:nvSpPr>
          <p:cNvPr id="13" name="LeftBullets"/>
          <p:cNvSpPr/>
          <p:nvPr/>
        </p:nvSpPr>
        <p:spPr>
          <a:xfrm>
            <a:off x="640080" y="1645920"/>
            <a:ext cx="3657600" cy="2194560"/>
          </a:xfrm>
          <a:prstGeom prst="rect">
            <a:avLst/>
          </a:prstGeom>
          <a:noFill/>
          <a:ln/>
        </p:spPr>
        <p:txBody>
          <a:bodyPr wrap="square" lIns="91440" tIns="45720" rIns="91440" bIns="45720" rtlCol="0" anchor="t"/>
          <a:lstStyle/>
          <a:p>
            <a:pPr marL="228600" indent="-228600">
              <a:spcAft>
                <a:spcPts val="800"/>
              </a:spcAft>
              <a:buSzPct val="80000"/>
              <a:buFont typeface="Segoe UI Symbol" panose="020B0502040204020203"/>
              <a:buChar char="⬢"/>
            </a:pPr>
            <a:r>
              <a:rPr lang="en-US" sz="1000" dirty="0">
                <a:solidFill>
                  <a:srgbClr val="1A1A2E"/>
                </a:solidFill>
                <a:latin typeface="Graphik" panose="020B0503030202060203" pitchFamily="34" charset="0"/>
                <a:ea typeface="Graphik" pitchFamily="34" charset="-122"/>
                <a:cs typeface="Graphik" pitchFamily="34" charset="-120"/>
              </a:rPr>
              <a:t>[Brief description of what was built / the approach taken in this component]</a:t>
            </a:r>
          </a:p>
          <a:p>
            <a:pPr marL="228600" indent="-228600">
              <a:spcAft>
                <a:spcPts val="800"/>
              </a:spcAft>
              <a:buSzPct val="80000"/>
              <a:buFont typeface="Segoe UI Symbol" panose="020B0502040204020203"/>
              <a:buChar char="⬢"/>
            </a:pPr>
            <a:r>
              <a:rPr lang="en-US" sz="1000" dirty="0">
                <a:solidFill>
                  <a:srgbClr val="1A1A2E"/>
                </a:solidFill>
                <a:latin typeface="Graphik" panose="020B0503030202060203" pitchFamily="34" charset="0"/>
                <a:ea typeface="Graphik" pitchFamily="34" charset="-122"/>
                <a:cs typeface="Graphik" pitchFamily="34" charset="-120"/>
              </a:rPr>
              <a:t>[Sub-point 1]</a:t>
            </a:r>
          </a:p>
          <a:p>
            <a:pPr marL="228600" indent="-228600">
              <a:spcAft>
                <a:spcPts val="800"/>
              </a:spcAft>
              <a:buSzPct val="80000"/>
              <a:buFont typeface="Segoe UI Symbol" panose="020B0502040204020203"/>
              <a:buChar char="⬢"/>
            </a:pPr>
            <a:r>
              <a:rPr lang="en-US" sz="1000" dirty="0">
                <a:solidFill>
                  <a:srgbClr val="1A1A2E"/>
                </a:solidFill>
                <a:latin typeface="Graphik" panose="020B0503030202060203" pitchFamily="34" charset="0"/>
                <a:ea typeface="Graphik" pitchFamily="34" charset="-122"/>
                <a:cs typeface="Graphik" pitchFamily="34" charset="-120"/>
              </a:rPr>
              <a:t>[Sub-point 2]</a:t>
            </a:r>
          </a:p>
          <a:p>
            <a:pPr marL="228600" indent="-228600">
              <a:spcAft>
                <a:spcPts val="800"/>
              </a:spcAft>
              <a:buSzPct val="80000"/>
              <a:buFont typeface="Segoe UI Symbol" panose="020B0502040204020203"/>
              <a:buChar char="⬢"/>
            </a:pPr>
            <a:r>
              <a:rPr lang="en-US" sz="1000" dirty="0">
                <a:solidFill>
                  <a:srgbClr val="1A1A2E"/>
                </a:solidFill>
                <a:latin typeface="Graphik" panose="020B0503030202060203" pitchFamily="34" charset="0"/>
                <a:ea typeface="Graphik" pitchFamily="34" charset="-122"/>
                <a:cs typeface="Graphik" pitchFamily="34" charset="-120"/>
              </a:rPr>
              <a:t>[Sub-point 3]</a:t>
            </a:r>
          </a:p>
          <a:p>
            <a:pPr marL="228600" indent="-228600">
              <a:buSzPct val="80000"/>
              <a:buFont typeface="Segoe UI Symbol" panose="020B0502040204020203"/>
              <a:buChar char="⬢"/>
            </a:pPr>
            <a:r>
              <a:rPr lang="en-US" sz="1000" dirty="0">
                <a:solidFill>
                  <a:srgbClr val="1A1A2E"/>
                </a:solidFill>
                <a:latin typeface="Graphik" panose="020B0503030202060203" pitchFamily="34" charset="0"/>
                <a:ea typeface="Graphik" pitchFamily="34" charset="-122"/>
                <a:cs typeface="Graphik" pitchFamily="34" charset="-120"/>
              </a:rPr>
              <a:t>[Sub-point 4]</a:t>
            </a:r>
          </a:p>
        </p:txBody>
      </p:sp>
      <p:sp>
        <p:nvSpPr>
          <p:cNvPr id="14" name="RightCardBg"/>
          <p:cNvSpPr/>
          <p:nvPr/>
        </p:nvSpPr>
        <p:spPr>
          <a:xfrm>
            <a:off x="4663440" y="1097280"/>
            <a:ext cx="4023360" cy="2880000"/>
          </a:xfrm>
          <a:prstGeom prst="roundRect">
            <a:avLst>
              <a:gd name="adj" fmla="val 2807"/>
            </a:avLst>
          </a:prstGeom>
          <a:solidFill>
            <a:srgbClr val="F8F0FF"/>
          </a:solidFill>
          <a:ln w="12700">
            <a:solidFill>
              <a:srgbClr val="D0B8E8"/>
            </a:solidFill>
          </a:ln>
        </p:spPr>
        <p:txBody>
          <a:bodyPr/>
          <a:lstStyle/>
          <a:p>
            <a:endParaRPr lang="en-US">
              <a:latin typeface="Graphik" panose="020B0503030202060203" pitchFamily="34" charset="0"/>
            </a:endParaRPr>
          </a:p>
        </p:txBody>
      </p:sp>
      <p:sp>
        <p:nvSpPr>
          <p:cNvPr id="15" name="RightHeader"/>
          <p:cNvSpPr/>
          <p:nvPr/>
        </p:nvSpPr>
        <p:spPr>
          <a:xfrm>
            <a:off x="4663440" y="1097280"/>
            <a:ext cx="4023360" cy="457200"/>
          </a:xfrm>
          <a:prstGeom prst="roundRect">
            <a:avLst>
              <a:gd name="adj" fmla="val 16000"/>
            </a:avLst>
          </a:prstGeom>
          <a:solidFill>
            <a:srgbClr val="460073"/>
          </a:solidFill>
          <a:ln w="0">
            <a:noFill/>
          </a:ln>
        </p:spPr>
        <p:txBody>
          <a:bodyPr/>
          <a:lstStyle/>
          <a:p>
            <a:endParaRPr lang="en-US">
              <a:latin typeface="Graphik" panose="020B0503030202060203" pitchFamily="34" charset="0"/>
            </a:endParaRPr>
          </a:p>
        </p:txBody>
      </p:sp>
      <p:sp>
        <p:nvSpPr>
          <p:cNvPr id="16" name="RightFiller"/>
          <p:cNvSpPr/>
          <p:nvPr/>
        </p:nvSpPr>
        <p:spPr>
          <a:xfrm>
            <a:off x="4663440" y="1463040"/>
            <a:ext cx="4023360" cy="91440"/>
          </a:xfrm>
          <a:prstGeom prst="rect">
            <a:avLst/>
          </a:prstGeom>
          <a:solidFill>
            <a:srgbClr val="460073"/>
          </a:solidFill>
          <a:ln w="0">
            <a:noFill/>
          </a:ln>
        </p:spPr>
        <p:txBody>
          <a:bodyPr/>
          <a:lstStyle/>
          <a:p>
            <a:endParaRPr lang="en-US">
              <a:latin typeface="Graphik" panose="020B0503030202060203" pitchFamily="34" charset="0"/>
            </a:endParaRPr>
          </a:p>
        </p:txBody>
      </p:sp>
      <p:pic>
        <p:nvPicPr>
          <p:cNvPr id="17" name="ClaudeIcon" descr="preencoded.png"/>
          <p:cNvPicPr>
            <a:picLocks noChangeAspect="1"/>
          </p:cNvPicPr>
          <p:nvPr/>
        </p:nvPicPr>
        <p:blipFill>
          <a:blip r:embed="rId4"/>
          <a:stretch>
            <a:fillRect/>
          </a:stretch>
        </p:blipFill>
        <p:spPr>
          <a:xfrm>
            <a:off x="4754880" y="1143000"/>
            <a:ext cx="365760" cy="365760"/>
          </a:xfrm>
          <a:prstGeom prst="rect">
            <a:avLst/>
          </a:prstGeom>
        </p:spPr>
      </p:pic>
      <p:sp>
        <p:nvSpPr>
          <p:cNvPr id="18" name="RightHeaderText"/>
          <p:cNvSpPr/>
          <p:nvPr/>
        </p:nvSpPr>
        <p:spPr>
          <a:xfrm>
            <a:off x="5212080" y="1143000"/>
            <a:ext cx="3291840" cy="365760"/>
          </a:xfrm>
          <a:prstGeom prst="rect">
            <a:avLst/>
          </a:prstGeom>
          <a:noFill/>
          <a:ln/>
        </p:spPr>
        <p:txBody>
          <a:bodyPr wrap="square" lIns="0" tIns="0" rIns="0" bIns="0" rtlCol="0" anchor="ctr"/>
          <a:lstStyle/>
          <a:p>
            <a:pPr marL="0" indent="0">
              <a:buNone/>
            </a:pPr>
            <a:r>
              <a:rPr lang="en-US" sz="1600" b="1">
                <a:solidFill>
                  <a:srgbClr val="FFFFFF"/>
                </a:solidFill>
                <a:latin typeface="Graphik" panose="020B0503030202060203" pitchFamily="34" charset="0"/>
                <a:ea typeface="Graphik" pitchFamily="34" charset="-122"/>
                <a:cs typeface="Graphik" pitchFamily="34" charset="-120"/>
              </a:rPr>
              <a:t>[Component 2 / Phase 2 Name]</a:t>
            </a:r>
          </a:p>
        </p:txBody>
      </p:sp>
      <p:sp>
        <p:nvSpPr>
          <p:cNvPr id="19" name="SubCard1Bg"/>
          <p:cNvSpPr/>
          <p:nvPr/>
        </p:nvSpPr>
        <p:spPr>
          <a:xfrm>
            <a:off x="4754880" y="1645920"/>
            <a:ext cx="3840480" cy="685800"/>
          </a:xfrm>
          <a:prstGeom prst="roundRect">
            <a:avLst>
              <a:gd name="adj" fmla="val 8000"/>
            </a:avLst>
          </a:prstGeom>
          <a:solidFill>
            <a:srgbClr val="FFFFFF"/>
          </a:solidFill>
          <a:ln w="9525">
            <a:solidFill>
              <a:srgbClr val="E8D5F5"/>
            </a:solidFill>
          </a:ln>
        </p:spPr>
        <p:txBody>
          <a:bodyPr/>
          <a:lstStyle/>
          <a:p>
            <a:endParaRPr lang="en-US">
              <a:latin typeface="Graphik" panose="020B0503030202060203" pitchFamily="34" charset="0"/>
            </a:endParaRPr>
          </a:p>
        </p:txBody>
      </p:sp>
      <p:pic>
        <p:nvPicPr>
          <p:cNvPr id="21" name="ScriptsIcon" descr="preencoded.png"/>
          <p:cNvPicPr>
            <a:picLocks noChangeAspect="1"/>
          </p:cNvPicPr>
          <p:nvPr/>
        </p:nvPicPr>
        <p:blipFill>
          <a:blip r:embed="rId5"/>
          <a:stretch>
            <a:fillRect/>
          </a:stretch>
        </p:blipFill>
        <p:spPr>
          <a:xfrm>
            <a:off x="4846320" y="1828800"/>
            <a:ext cx="320040" cy="320040"/>
          </a:xfrm>
          <a:prstGeom prst="rect">
            <a:avLst/>
          </a:prstGeom>
        </p:spPr>
      </p:pic>
      <p:sp>
        <p:nvSpPr>
          <p:cNvPr id="22" name="SubCard1Title"/>
          <p:cNvSpPr/>
          <p:nvPr/>
        </p:nvSpPr>
        <p:spPr>
          <a:xfrm>
            <a:off x="5257800" y="1691640"/>
            <a:ext cx="3200400" cy="274320"/>
          </a:xfrm>
          <a:prstGeom prst="rect">
            <a:avLst/>
          </a:prstGeom>
          <a:noFill/>
          <a:ln/>
        </p:spPr>
        <p:txBody>
          <a:bodyPr wrap="square" lIns="0" tIns="0" rIns="0" bIns="0" rtlCol="0" anchor="ctr"/>
          <a:lstStyle/>
          <a:p>
            <a:pPr marL="0" indent="0">
              <a:buNone/>
            </a:pPr>
            <a:r>
              <a:rPr lang="en-US" sz="1100" b="1">
                <a:solidFill>
                  <a:srgbClr val="460073"/>
                </a:solidFill>
                <a:latin typeface="Graphik" panose="020B0503030202060203" pitchFamily="34" charset="0"/>
                <a:ea typeface="Graphik" pitchFamily="34" charset="-122"/>
                <a:cs typeface="Graphik" pitchFamily="34" charset="-120"/>
              </a:rPr>
              <a:t>[Feature 1]</a:t>
            </a:r>
          </a:p>
        </p:txBody>
      </p:sp>
      <p:sp>
        <p:nvSpPr>
          <p:cNvPr id="23" name="SubCard1Desc"/>
          <p:cNvSpPr/>
          <p:nvPr/>
        </p:nvSpPr>
        <p:spPr>
          <a:xfrm>
            <a:off x="5257800" y="1965960"/>
            <a:ext cx="3200400" cy="320040"/>
          </a:xfrm>
          <a:prstGeom prst="rect">
            <a:avLst/>
          </a:prstGeom>
          <a:noFill/>
          <a:ln/>
        </p:spPr>
        <p:txBody>
          <a:bodyPr wrap="square" lIns="0" tIns="0" rIns="0" bIns="0" rtlCol="0" anchor="t"/>
          <a:lstStyle/>
          <a:p>
            <a:pPr marL="0" indent="0">
              <a:lnSpc>
                <a:spcPct val="120000"/>
              </a:lnSpc>
              <a:buNone/>
            </a:pPr>
            <a:r>
              <a:rPr lang="en-US" sz="900" dirty="0">
                <a:solidFill>
                  <a:srgbClr val="4A4A4A"/>
                </a:solidFill>
                <a:latin typeface="Graphik" panose="020B0503030202060203" pitchFamily="34" charset="0"/>
                <a:ea typeface="Graphik" pitchFamily="34" charset="-122"/>
                <a:cs typeface="Graphik" pitchFamily="34" charset="-120"/>
              </a:rPr>
              <a:t>[Brief description of feature 1 and its value]</a:t>
            </a:r>
          </a:p>
        </p:txBody>
      </p:sp>
      <p:sp>
        <p:nvSpPr>
          <p:cNvPr id="24" name="SubCard2Bg"/>
          <p:cNvSpPr/>
          <p:nvPr/>
        </p:nvSpPr>
        <p:spPr>
          <a:xfrm>
            <a:off x="4754880" y="2437469"/>
            <a:ext cx="3840480" cy="685800"/>
          </a:xfrm>
          <a:prstGeom prst="roundRect">
            <a:avLst>
              <a:gd name="adj" fmla="val 8000"/>
            </a:avLst>
          </a:prstGeom>
          <a:solidFill>
            <a:srgbClr val="F3E8FF"/>
          </a:solidFill>
          <a:ln w="9525">
            <a:solidFill>
              <a:srgbClr val="D0B8E8"/>
            </a:solidFill>
          </a:ln>
        </p:spPr>
        <p:txBody>
          <a:bodyPr/>
          <a:lstStyle/>
          <a:p>
            <a:endParaRPr lang="en-US" dirty="0">
              <a:latin typeface="Graphik" panose="020B0503030202060203" pitchFamily="34" charset="0"/>
            </a:endParaRPr>
          </a:p>
        </p:txBody>
      </p:sp>
      <p:pic>
        <p:nvPicPr>
          <p:cNvPr id="26" name="ExecIcon" descr="preencoded.png"/>
          <p:cNvPicPr>
            <a:picLocks noChangeAspect="1"/>
          </p:cNvPicPr>
          <p:nvPr/>
        </p:nvPicPr>
        <p:blipFill>
          <a:blip r:embed="rId6"/>
          <a:stretch>
            <a:fillRect/>
          </a:stretch>
        </p:blipFill>
        <p:spPr>
          <a:xfrm>
            <a:off x="4846320" y="2620349"/>
            <a:ext cx="320040" cy="320040"/>
          </a:xfrm>
          <a:prstGeom prst="rect">
            <a:avLst/>
          </a:prstGeom>
        </p:spPr>
      </p:pic>
      <p:sp>
        <p:nvSpPr>
          <p:cNvPr id="27" name="SubCard2Title"/>
          <p:cNvSpPr/>
          <p:nvPr/>
        </p:nvSpPr>
        <p:spPr>
          <a:xfrm>
            <a:off x="5257800" y="2483189"/>
            <a:ext cx="3200400" cy="274320"/>
          </a:xfrm>
          <a:prstGeom prst="rect">
            <a:avLst/>
          </a:prstGeom>
          <a:noFill/>
          <a:ln/>
        </p:spPr>
        <p:txBody>
          <a:bodyPr wrap="square" lIns="0" tIns="0" rIns="0" bIns="0" rtlCol="0" anchor="ctr"/>
          <a:lstStyle/>
          <a:p>
            <a:pPr marL="0" indent="0">
              <a:buNone/>
            </a:pPr>
            <a:r>
              <a:rPr lang="en-US" sz="1100" b="1">
                <a:solidFill>
                  <a:srgbClr val="460073"/>
                </a:solidFill>
                <a:latin typeface="Graphik" panose="020B0503030202060203" pitchFamily="34" charset="0"/>
                <a:ea typeface="Graphik" pitchFamily="34" charset="-122"/>
                <a:cs typeface="Graphik" pitchFamily="34" charset="-120"/>
              </a:rPr>
              <a:t>[Feature 2]</a:t>
            </a:r>
          </a:p>
        </p:txBody>
      </p:sp>
      <p:sp>
        <p:nvSpPr>
          <p:cNvPr id="28" name="SubCard2Desc"/>
          <p:cNvSpPr/>
          <p:nvPr/>
        </p:nvSpPr>
        <p:spPr>
          <a:xfrm>
            <a:off x="5257800" y="2757509"/>
            <a:ext cx="3200400" cy="320040"/>
          </a:xfrm>
          <a:prstGeom prst="rect">
            <a:avLst/>
          </a:prstGeom>
          <a:noFill/>
          <a:ln/>
        </p:spPr>
        <p:txBody>
          <a:bodyPr wrap="square" lIns="0" tIns="0" rIns="0" bIns="0" rtlCol="0" anchor="t"/>
          <a:lstStyle/>
          <a:p>
            <a:pPr marL="0" indent="0">
              <a:lnSpc>
                <a:spcPct val="120000"/>
              </a:lnSpc>
              <a:buNone/>
            </a:pPr>
            <a:r>
              <a:rPr lang="en-US" sz="900" dirty="0">
                <a:solidFill>
                  <a:srgbClr val="4A4A4A"/>
                </a:solidFill>
                <a:latin typeface="Graphik" panose="020B0503030202060203" pitchFamily="34" charset="0"/>
                <a:ea typeface="Graphik" pitchFamily="34" charset="-122"/>
                <a:cs typeface="Graphik" pitchFamily="34" charset="-120"/>
              </a:rPr>
              <a:t>[Brief description of feature 2 and its value]</a:t>
            </a:r>
            <a:endParaRPr lang="en-US" sz="900">
              <a:solidFill>
                <a:srgbClr val="4A4A4A"/>
              </a:solidFill>
              <a:latin typeface="Graphik" panose="020B0503030202060203" pitchFamily="34" charset="0"/>
              <a:ea typeface="Graphik" pitchFamily="34" charset="-122"/>
              <a:cs typeface="Graphik" pitchFamily="34" charset="-120"/>
            </a:endParaRPr>
          </a:p>
        </p:txBody>
      </p:sp>
      <p:sp>
        <p:nvSpPr>
          <p:cNvPr id="29" name="SubCard3Bg"/>
          <p:cNvSpPr/>
          <p:nvPr/>
        </p:nvSpPr>
        <p:spPr>
          <a:xfrm>
            <a:off x="4754880" y="3245760"/>
            <a:ext cx="3840480" cy="685800"/>
          </a:xfrm>
          <a:prstGeom prst="roundRect">
            <a:avLst>
              <a:gd name="adj" fmla="val 8000"/>
            </a:avLst>
          </a:prstGeom>
          <a:solidFill>
            <a:srgbClr val="FFFFFF"/>
          </a:solidFill>
          <a:ln w="9525">
            <a:solidFill>
              <a:srgbClr val="E8D5F5"/>
            </a:solidFill>
          </a:ln>
        </p:spPr>
        <p:txBody>
          <a:bodyPr/>
          <a:lstStyle/>
          <a:p>
            <a:endParaRPr lang="en-US">
              <a:latin typeface="Graphik" panose="020B0503030202060203" pitchFamily="34" charset="0"/>
            </a:endParaRPr>
          </a:p>
        </p:txBody>
      </p:sp>
      <p:pic>
        <p:nvPicPr>
          <p:cNvPr id="31" name="EffortIcon" descr="preencoded.png"/>
          <p:cNvPicPr>
            <a:picLocks noChangeAspect="1"/>
          </p:cNvPicPr>
          <p:nvPr/>
        </p:nvPicPr>
        <p:blipFill>
          <a:blip r:embed="rId7"/>
          <a:stretch>
            <a:fillRect/>
          </a:stretch>
        </p:blipFill>
        <p:spPr>
          <a:xfrm>
            <a:off x="4846320" y="3428640"/>
            <a:ext cx="320040" cy="320040"/>
          </a:xfrm>
          <a:prstGeom prst="rect">
            <a:avLst/>
          </a:prstGeom>
        </p:spPr>
      </p:pic>
      <p:sp>
        <p:nvSpPr>
          <p:cNvPr id="32" name="SubCard3Title"/>
          <p:cNvSpPr/>
          <p:nvPr/>
        </p:nvSpPr>
        <p:spPr>
          <a:xfrm>
            <a:off x="5257800" y="3291480"/>
            <a:ext cx="3200400" cy="274320"/>
          </a:xfrm>
          <a:prstGeom prst="rect">
            <a:avLst/>
          </a:prstGeom>
          <a:noFill/>
          <a:ln/>
        </p:spPr>
        <p:txBody>
          <a:bodyPr wrap="square" lIns="0" tIns="0" rIns="0" bIns="0" rtlCol="0" anchor="ctr"/>
          <a:lstStyle/>
          <a:p>
            <a:pPr marL="0" indent="0">
              <a:buNone/>
            </a:pPr>
            <a:r>
              <a:rPr lang="en-US" sz="1100" b="1" dirty="0">
                <a:solidFill>
                  <a:srgbClr val="460073"/>
                </a:solidFill>
                <a:latin typeface="Graphik" panose="020B0503030202060203" pitchFamily="34" charset="0"/>
                <a:ea typeface="Graphik" pitchFamily="34" charset="-122"/>
                <a:cs typeface="Graphik" pitchFamily="34" charset="-120"/>
              </a:rPr>
              <a:t>[Feature 3]</a:t>
            </a:r>
          </a:p>
        </p:txBody>
      </p:sp>
      <p:sp>
        <p:nvSpPr>
          <p:cNvPr id="33" name="SubCard3Desc"/>
          <p:cNvSpPr/>
          <p:nvPr/>
        </p:nvSpPr>
        <p:spPr>
          <a:xfrm>
            <a:off x="5257800" y="3565800"/>
            <a:ext cx="3200400" cy="320040"/>
          </a:xfrm>
          <a:prstGeom prst="rect">
            <a:avLst/>
          </a:prstGeom>
          <a:noFill/>
          <a:ln/>
        </p:spPr>
        <p:txBody>
          <a:bodyPr wrap="square" lIns="0" tIns="0" rIns="0" bIns="0" rtlCol="0" anchor="t"/>
          <a:lstStyle/>
          <a:p>
            <a:pPr marL="0" indent="0">
              <a:lnSpc>
                <a:spcPct val="120000"/>
              </a:lnSpc>
              <a:buNone/>
            </a:pPr>
            <a:r>
              <a:rPr lang="en-US" sz="900" dirty="0">
                <a:solidFill>
                  <a:srgbClr val="4A4A4A"/>
                </a:solidFill>
                <a:latin typeface="Graphik" panose="020B0503030202060203" pitchFamily="34" charset="0"/>
                <a:ea typeface="Graphik" pitchFamily="34" charset="-122"/>
                <a:cs typeface="Graphik" pitchFamily="34" charset="-120"/>
              </a:rPr>
              <a:t>[Brief description of feature 3 and its value]</a:t>
            </a:r>
          </a:p>
        </p:txBody>
      </p:sp>
      <p:sp>
        <p:nvSpPr>
          <p:cNvPr id="34" name="EvolutionBar"/>
          <p:cNvSpPr/>
          <p:nvPr/>
        </p:nvSpPr>
        <p:spPr>
          <a:xfrm>
            <a:off x="457200" y="4114800"/>
            <a:ext cx="8412480" cy="411480"/>
          </a:xfrm>
          <a:prstGeom prst="roundRect">
            <a:avLst>
              <a:gd name="adj" fmla="val 13333"/>
            </a:avLst>
          </a:prstGeom>
          <a:solidFill>
            <a:srgbClr val="F3E8FF"/>
          </a:solidFill>
          <a:ln w="9525">
            <a:solidFill>
              <a:srgbClr val="D0B8E8"/>
            </a:solidFill>
          </a:ln>
        </p:spPr>
        <p:txBody>
          <a:bodyPr/>
          <a:lstStyle/>
          <a:p>
            <a:endParaRPr lang="en-US">
              <a:latin typeface="Graphik" panose="020B0503030202060203" pitchFamily="34" charset="0"/>
            </a:endParaRPr>
          </a:p>
        </p:txBody>
      </p:sp>
      <p:sp>
        <p:nvSpPr>
          <p:cNvPr id="36" name="EvolutionText"/>
          <p:cNvSpPr/>
          <p:nvPr/>
        </p:nvSpPr>
        <p:spPr>
          <a:xfrm>
            <a:off x="685800" y="4114800"/>
            <a:ext cx="7772400" cy="411480"/>
          </a:xfrm>
          <a:prstGeom prst="rect">
            <a:avLst/>
          </a:prstGeom>
          <a:noFill/>
          <a:ln/>
        </p:spPr>
        <p:txBody>
          <a:bodyPr wrap="square" lIns="0" tIns="0" rIns="0" bIns="0" rtlCol="0" anchor="ctr"/>
          <a:lstStyle/>
          <a:p>
            <a:pPr marL="0" indent="0">
              <a:buNone/>
            </a:pPr>
            <a:r>
              <a:rPr lang="en-US" sz="1100" b="1" dirty="0">
                <a:solidFill>
                  <a:srgbClr val="A100FF"/>
                </a:solidFill>
                <a:latin typeface="Graphik" panose="020B0503030202060203" pitchFamily="34" charset="0"/>
                <a:ea typeface="Graphik" pitchFamily="34" charset="-122"/>
                <a:cs typeface="Graphik" pitchFamily="34" charset="-120"/>
              </a:rPr>
              <a:t xml:space="preserve">Evolution:  </a:t>
            </a:r>
            <a:r>
              <a:rPr lang="en-US" sz="1000" dirty="0">
                <a:solidFill>
                  <a:srgbClr val="4A4A4A"/>
                </a:solidFill>
                <a:latin typeface="Graphik" panose="020B0503030202060203" pitchFamily="34" charset="0"/>
                <a:ea typeface="Graphik" pitchFamily="34" charset="-122"/>
                <a:cs typeface="Graphik" pitchFamily="34" charset="-120"/>
              </a:rPr>
              <a:t>[Evolution / progression statement: how the work moved from v1 to v2, what improved, and why it matters.]</a:t>
            </a:r>
            <a:endParaRPr lang="en-US" sz="1000">
              <a:solidFill>
                <a:srgbClr val="4A4A4A"/>
              </a:solidFill>
              <a:latin typeface="Graphik" panose="020B0503030202060203" pitchFamily="34" charset="0"/>
              <a:ea typeface="Graphik" pitchFamily="34" charset="-122"/>
              <a:cs typeface="Graphik" pitchFamily="34"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74320" y="4663440"/>
            <a:ext cx="365760" cy="365760"/>
          </a:xfrm>
          <a:prstGeom prst="rect">
            <a:avLst/>
          </a:prstGeom>
          <a:noFill/>
          <a:ln/>
        </p:spPr>
        <p:txBody>
          <a:bodyPr wrap="square" lIns="0" tIns="0" rIns="0" bIns="0" rtlCol="0" anchor="ctr"/>
          <a:lstStyle/>
          <a:p>
            <a:pPr marL="0" indent="0">
              <a:buNone/>
            </a:pPr>
            <a:r>
              <a:rPr lang="en-US" sz="2200" b="1" dirty="0">
                <a:solidFill>
                  <a:srgbClr val="A100FF"/>
                </a:solidFill>
                <a:latin typeface="Graphik" panose="020B0503030202060203" pitchFamily="34" charset="0"/>
                <a:ea typeface="Graphik" pitchFamily="34" charset="-122"/>
                <a:cs typeface="Graphik" pitchFamily="34" charset="-120"/>
              </a:rPr>
              <a:t>&gt;</a:t>
            </a:r>
            <a:endParaRPr lang="en-US" sz="2200" dirty="0"/>
          </a:p>
        </p:txBody>
      </p:sp>
      <p:sp>
        <p:nvSpPr>
          <p:cNvPr id="4" name="Text 2"/>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888888"/>
                </a:solidFill>
                <a:latin typeface="Graphik" panose="020B0503030202060203" pitchFamily="34" charset="0"/>
                <a:ea typeface="Graphik" pitchFamily="34" charset="-122"/>
                <a:cs typeface="Graphik" pitchFamily="34" charset="-120"/>
              </a:rPr>
              <a:t>Copyright © 2026 Accenture. All rights reserved.</a:t>
            </a:r>
            <a:endParaRPr lang="en-US" sz="700" dirty="0"/>
          </a:p>
        </p:txBody>
      </p:sp>
      <p:sp>
        <p:nvSpPr>
          <p:cNvPr id="5" name="Text 3"/>
          <p:cNvSpPr/>
          <p:nvPr/>
        </p:nvSpPr>
        <p:spPr>
          <a:xfrm>
            <a:off x="8595360" y="4663440"/>
            <a:ext cx="365760" cy="274320"/>
          </a:xfrm>
          <a:prstGeom prst="rect">
            <a:avLst/>
          </a:prstGeom>
          <a:noFill/>
          <a:ln/>
        </p:spPr>
        <p:txBody>
          <a:bodyPr wrap="square" lIns="0" tIns="0" rIns="0" bIns="0" rtlCol="0" anchor="ctr"/>
          <a:lstStyle/>
          <a:p>
            <a:pPr marL="0" indent="0" algn="r">
              <a:buNone/>
            </a:pPr>
            <a:r>
              <a:rPr lang="en-US" sz="900" dirty="0">
                <a:solidFill>
                  <a:srgbClr val="888888"/>
                </a:solidFill>
                <a:latin typeface="Graphik" panose="020B0503030202060203" pitchFamily="34" charset="0"/>
                <a:ea typeface="Graphik" pitchFamily="34" charset="-122"/>
                <a:cs typeface="Graphik" pitchFamily="34" charset="-120"/>
              </a:rPr>
              <a:t>8</a:t>
            </a:r>
            <a:endParaRPr lang="en-US" sz="900" dirty="0"/>
          </a:p>
        </p:txBody>
      </p:sp>
      <p:sp>
        <p:nvSpPr>
          <p:cNvPr id="6" name="Title"/>
          <p:cNvSpPr/>
          <p:nvPr/>
        </p:nvSpPr>
        <p:spPr>
          <a:xfrm>
            <a:off x="640080" y="182880"/>
            <a:ext cx="8229600" cy="457200"/>
          </a:xfrm>
          <a:prstGeom prst="rect">
            <a:avLst/>
          </a:prstGeom>
          <a:noFill/>
          <a:ln/>
        </p:spPr>
        <p:txBody>
          <a:bodyPr wrap="square" lIns="0" tIns="0" rIns="0" bIns="0" rtlCol="0" anchor="ctr"/>
          <a:lstStyle/>
          <a:p>
            <a:pPr marL="0" indent="0">
              <a:buNone/>
            </a:pPr>
            <a:r>
              <a:rPr lang="en-US" sz="2400" b="1" dirty="0">
                <a:solidFill>
                  <a:srgbClr val="000000"/>
                </a:solidFill>
                <a:latin typeface="Graphik" panose="020B0503030202060203" pitchFamily="34" charset="0"/>
                <a:ea typeface="Graphik" pitchFamily="34" charset="-122"/>
                <a:cs typeface="Graphik" pitchFamily="34" charset="-120"/>
              </a:rPr>
              <a:t xml:space="preserve">[Key Deliverable / Workstream Title] </a:t>
            </a:r>
            <a:endParaRPr lang="en-US" sz="2400" dirty="0">
              <a:latin typeface="Graphik" panose="020B0503030202060203" pitchFamily="34" charset="0"/>
            </a:endParaRPr>
          </a:p>
        </p:txBody>
      </p:sp>
      <p:sp>
        <p:nvSpPr>
          <p:cNvPr id="7" name="TitleLine"/>
          <p:cNvSpPr/>
          <p:nvPr/>
        </p:nvSpPr>
        <p:spPr>
          <a:xfrm>
            <a:off x="640080" y="640080"/>
            <a:ext cx="8229600" cy="0"/>
          </a:xfrm>
          <a:prstGeom prst="line">
            <a:avLst/>
          </a:prstGeom>
          <a:noFill/>
          <a:ln w="12700">
            <a:solidFill>
              <a:srgbClr val="E0E0E0"/>
            </a:solidFill>
          </a:ln>
        </p:spPr>
        <p:txBody>
          <a:bodyPr/>
          <a:lstStyle/>
          <a:p>
            <a:endParaRPr lang="en-US"/>
          </a:p>
        </p:txBody>
      </p:sp>
      <p:sp>
        <p:nvSpPr>
          <p:cNvPr id="8" name="Subtitle"/>
          <p:cNvSpPr/>
          <p:nvPr/>
        </p:nvSpPr>
        <p:spPr>
          <a:xfrm>
            <a:off x="640080" y="685800"/>
            <a:ext cx="8229600" cy="274320"/>
          </a:xfrm>
          <a:prstGeom prst="rect">
            <a:avLst/>
          </a:prstGeom>
          <a:noFill/>
          <a:ln/>
        </p:spPr>
        <p:txBody>
          <a:bodyPr wrap="square" lIns="0" tIns="0" rIns="0" bIns="0" rtlCol="0" anchor="ctr"/>
          <a:lstStyle/>
          <a:p>
            <a:pPr marL="0" indent="0">
              <a:buNone/>
            </a:pPr>
            <a:r>
              <a:rPr lang="en-US" sz="1100" dirty="0">
                <a:solidFill>
                  <a:srgbClr val="4A4A4A"/>
                </a:solidFill>
                <a:latin typeface="Graphik" panose="020B0503030202060203" pitchFamily="34" charset="0"/>
                <a:ea typeface="Graphik" pitchFamily="34" charset="-122"/>
                <a:cs typeface="Graphik" pitchFamily="34" charset="-120"/>
              </a:rPr>
              <a:t>[One-line subtitle describing the deliverable and its impact on the client/team]</a:t>
            </a:r>
            <a:endParaRPr lang="en-US" sz="1100" dirty="0">
              <a:latin typeface="Graphik" panose="020B0503030202060203" pitchFamily="34" charset="0"/>
            </a:endParaRPr>
          </a:p>
        </p:txBody>
      </p:sp>
      <p:sp>
        <p:nvSpPr>
          <p:cNvPr id="100" name="Card1BG"/>
          <p:cNvSpPr/>
          <p:nvPr/>
        </p:nvSpPr>
        <p:spPr>
          <a:xfrm>
            <a:off x="457200" y="1051560"/>
            <a:ext cx="1828800" cy="2011680"/>
          </a:xfrm>
          <a:prstGeom prst="roundRect">
            <a:avLst>
              <a:gd name="adj" fmla="val 5000"/>
            </a:avLst>
          </a:prstGeom>
          <a:solidFill>
            <a:srgbClr val="FAFAFA"/>
          </a:solidFill>
          <a:ln w="9525">
            <a:solidFill>
              <a:srgbClr val="E8E8E8"/>
            </a:solidFill>
          </a:ln>
        </p:spPr>
        <p:txBody>
          <a:bodyPr/>
          <a:lstStyle/>
          <a:p>
            <a:endParaRPr lang="en-US"/>
          </a:p>
        </p:txBody>
      </p:sp>
      <p:sp>
        <p:nvSpPr>
          <p:cNvPr id="104" name="S1Title"/>
          <p:cNvSpPr/>
          <p:nvPr/>
        </p:nvSpPr>
        <p:spPr>
          <a:xfrm>
            <a:off x="548640" y="1645920"/>
            <a:ext cx="1645920" cy="274320"/>
          </a:xfrm>
          <a:prstGeom prst="rect">
            <a:avLst/>
          </a:prstGeom>
          <a:noFill/>
          <a:ln/>
        </p:spPr>
        <p:txBody>
          <a:bodyPr wrap="square" lIns="0" tIns="0" rIns="0" bIns="0" rtlCol="0" anchor="t"/>
          <a:lstStyle/>
          <a:p>
            <a:pPr algn="ctr">
              <a:buNone/>
            </a:pPr>
            <a:r>
              <a:rPr lang="en-US" sz="1100" b="1" dirty="0">
                <a:solidFill>
                  <a:srgbClr val="460073"/>
                </a:solidFill>
                <a:latin typeface="Graphik" panose="020B0503030202060203" pitchFamily="34" charset="0"/>
              </a:rPr>
              <a:t>[Step 1 Name]</a:t>
            </a:r>
          </a:p>
        </p:txBody>
      </p:sp>
      <p:sp>
        <p:nvSpPr>
          <p:cNvPr id="105" name="S1Desc"/>
          <p:cNvSpPr/>
          <p:nvPr/>
        </p:nvSpPr>
        <p:spPr>
          <a:xfrm>
            <a:off x="548640" y="1920240"/>
            <a:ext cx="1645920" cy="1051560"/>
          </a:xfrm>
          <a:prstGeom prst="rect">
            <a:avLst/>
          </a:prstGeom>
          <a:noFill/>
          <a:ln/>
        </p:spPr>
        <p:txBody>
          <a:bodyPr wrap="square" lIns="45720" tIns="0" rIns="45720" bIns="0" rtlCol="0" anchor="t"/>
          <a:lstStyle/>
          <a:p>
            <a:pPr algn="ctr">
              <a:lnSpc>
                <a:spcPct val="125000"/>
              </a:lnSpc>
              <a:buNone/>
            </a:pPr>
            <a:r>
              <a:rPr lang="en-US" sz="850" dirty="0">
                <a:solidFill>
                  <a:srgbClr val="4A4A4A"/>
                </a:solidFill>
                <a:latin typeface="Graphik" panose="020B0503030202060203" pitchFamily="34" charset="0"/>
              </a:rPr>
              <a:t>[Brief description of step 1 — what happens here]</a:t>
            </a:r>
          </a:p>
        </p:txBody>
      </p:sp>
      <p:sp>
        <p:nvSpPr>
          <p:cNvPr id="110" name="Arrow12"/>
          <p:cNvSpPr/>
          <p:nvPr/>
        </p:nvSpPr>
        <p:spPr>
          <a:xfrm>
            <a:off x="2377440" y="1828800"/>
            <a:ext cx="228600" cy="228600"/>
          </a:xfrm>
          <a:prstGeom prst="rightArrow">
            <a:avLst>
              <a:gd name="adj1" fmla="val 60000"/>
              <a:gd name="adj2" fmla="val 50000"/>
            </a:avLst>
          </a:prstGeom>
          <a:solidFill>
            <a:srgbClr val="A100FF"/>
          </a:solidFill>
          <a:ln>
            <a:noFill/>
          </a:ln>
        </p:spPr>
        <p:txBody>
          <a:bodyPr/>
          <a:lstStyle/>
          <a:p>
            <a:endParaRPr lang="en-US"/>
          </a:p>
        </p:txBody>
      </p:sp>
      <p:sp>
        <p:nvSpPr>
          <p:cNvPr id="200" name="Card2BG"/>
          <p:cNvSpPr/>
          <p:nvPr/>
        </p:nvSpPr>
        <p:spPr>
          <a:xfrm>
            <a:off x="2697480" y="1051560"/>
            <a:ext cx="1828800" cy="2011680"/>
          </a:xfrm>
          <a:prstGeom prst="roundRect">
            <a:avLst>
              <a:gd name="adj" fmla="val 5000"/>
            </a:avLst>
          </a:prstGeom>
          <a:solidFill>
            <a:srgbClr val="FAFAFA"/>
          </a:solidFill>
          <a:ln w="9525">
            <a:solidFill>
              <a:srgbClr val="E8E8E8"/>
            </a:solidFill>
          </a:ln>
        </p:spPr>
        <p:txBody>
          <a:bodyPr/>
          <a:lstStyle/>
          <a:p>
            <a:endParaRPr lang="en-US"/>
          </a:p>
        </p:txBody>
      </p:sp>
      <p:sp>
        <p:nvSpPr>
          <p:cNvPr id="204" name="S2Title"/>
          <p:cNvSpPr/>
          <p:nvPr/>
        </p:nvSpPr>
        <p:spPr>
          <a:xfrm>
            <a:off x="2788920" y="1645920"/>
            <a:ext cx="1645920" cy="274320"/>
          </a:xfrm>
          <a:prstGeom prst="rect">
            <a:avLst/>
          </a:prstGeom>
          <a:noFill/>
          <a:ln/>
        </p:spPr>
        <p:txBody>
          <a:bodyPr wrap="square" lIns="0" tIns="0" rIns="0" bIns="0" rtlCol="0" anchor="t"/>
          <a:lstStyle/>
          <a:p>
            <a:pPr algn="ctr">
              <a:buNone/>
            </a:pPr>
            <a:r>
              <a:rPr lang="en-US" sz="1100" b="1" dirty="0">
                <a:solidFill>
                  <a:srgbClr val="460073"/>
                </a:solidFill>
                <a:latin typeface="Graphik" panose="020B0503030202060203" pitchFamily="34" charset="0"/>
              </a:rPr>
              <a:t>[Step 2 Name]</a:t>
            </a:r>
          </a:p>
        </p:txBody>
      </p:sp>
      <p:sp>
        <p:nvSpPr>
          <p:cNvPr id="205" name="S2Desc"/>
          <p:cNvSpPr/>
          <p:nvPr/>
        </p:nvSpPr>
        <p:spPr>
          <a:xfrm>
            <a:off x="2788920" y="1920240"/>
            <a:ext cx="1645920" cy="1051560"/>
          </a:xfrm>
          <a:prstGeom prst="rect">
            <a:avLst/>
          </a:prstGeom>
          <a:noFill/>
          <a:ln/>
        </p:spPr>
        <p:txBody>
          <a:bodyPr wrap="square" lIns="45720" tIns="0" rIns="45720" bIns="0" rtlCol="0" anchor="t"/>
          <a:lstStyle/>
          <a:p>
            <a:pPr algn="ctr">
              <a:lnSpc>
                <a:spcPct val="125000"/>
              </a:lnSpc>
              <a:buNone/>
            </a:pPr>
            <a:r>
              <a:rPr lang="en-US" sz="850" dirty="0">
                <a:solidFill>
                  <a:srgbClr val="4A4A4A"/>
                </a:solidFill>
                <a:latin typeface="Graphik" panose="020B0503030202060203" pitchFamily="34" charset="0"/>
              </a:rPr>
              <a:t>[Brief description of step 2 — what happens here]</a:t>
            </a:r>
          </a:p>
        </p:txBody>
      </p:sp>
      <p:sp>
        <p:nvSpPr>
          <p:cNvPr id="210" name="Arrow23"/>
          <p:cNvSpPr/>
          <p:nvPr/>
        </p:nvSpPr>
        <p:spPr>
          <a:xfrm>
            <a:off x="4617720" y="1828800"/>
            <a:ext cx="228600" cy="228600"/>
          </a:xfrm>
          <a:prstGeom prst="rightArrow">
            <a:avLst>
              <a:gd name="adj1" fmla="val 60000"/>
              <a:gd name="adj2" fmla="val 50000"/>
            </a:avLst>
          </a:prstGeom>
          <a:solidFill>
            <a:srgbClr val="A100FF"/>
          </a:solidFill>
          <a:ln>
            <a:noFill/>
          </a:ln>
        </p:spPr>
        <p:txBody>
          <a:bodyPr/>
          <a:lstStyle/>
          <a:p>
            <a:endParaRPr lang="en-US"/>
          </a:p>
        </p:txBody>
      </p:sp>
      <p:sp>
        <p:nvSpPr>
          <p:cNvPr id="300" name="Card3BG"/>
          <p:cNvSpPr/>
          <p:nvPr/>
        </p:nvSpPr>
        <p:spPr>
          <a:xfrm>
            <a:off x="4937760" y="1051560"/>
            <a:ext cx="1828800" cy="2011680"/>
          </a:xfrm>
          <a:prstGeom prst="roundRect">
            <a:avLst>
              <a:gd name="adj" fmla="val 5000"/>
            </a:avLst>
          </a:prstGeom>
          <a:solidFill>
            <a:srgbClr val="FAFAFA"/>
          </a:solidFill>
          <a:ln w="9525">
            <a:solidFill>
              <a:srgbClr val="E8E8E8"/>
            </a:solidFill>
          </a:ln>
        </p:spPr>
        <p:txBody>
          <a:bodyPr/>
          <a:lstStyle/>
          <a:p>
            <a:endParaRPr lang="en-US"/>
          </a:p>
        </p:txBody>
      </p:sp>
      <p:sp>
        <p:nvSpPr>
          <p:cNvPr id="304" name="S3Title"/>
          <p:cNvSpPr/>
          <p:nvPr/>
        </p:nvSpPr>
        <p:spPr>
          <a:xfrm>
            <a:off x="5029200" y="1645920"/>
            <a:ext cx="1645920" cy="274320"/>
          </a:xfrm>
          <a:prstGeom prst="rect">
            <a:avLst/>
          </a:prstGeom>
          <a:noFill/>
          <a:ln/>
        </p:spPr>
        <p:txBody>
          <a:bodyPr wrap="square" lIns="0" tIns="0" rIns="0" bIns="0" rtlCol="0" anchor="t"/>
          <a:lstStyle/>
          <a:p>
            <a:pPr algn="ctr">
              <a:buNone/>
            </a:pPr>
            <a:r>
              <a:rPr lang="en-US" sz="1100" b="1" dirty="0">
                <a:solidFill>
                  <a:srgbClr val="460073"/>
                </a:solidFill>
                <a:latin typeface="Graphik" panose="020B0503030202060203" pitchFamily="34" charset="0"/>
              </a:rPr>
              <a:t>[Step 3 Name]</a:t>
            </a:r>
          </a:p>
        </p:txBody>
      </p:sp>
      <p:sp>
        <p:nvSpPr>
          <p:cNvPr id="305" name="S3Desc"/>
          <p:cNvSpPr/>
          <p:nvPr/>
        </p:nvSpPr>
        <p:spPr>
          <a:xfrm>
            <a:off x="5029200" y="1920240"/>
            <a:ext cx="1645920" cy="1051560"/>
          </a:xfrm>
          <a:prstGeom prst="rect">
            <a:avLst/>
          </a:prstGeom>
          <a:noFill/>
          <a:ln/>
        </p:spPr>
        <p:txBody>
          <a:bodyPr wrap="square" lIns="45720" tIns="0" rIns="45720" bIns="0" rtlCol="0" anchor="t"/>
          <a:lstStyle/>
          <a:p>
            <a:pPr algn="ctr">
              <a:lnSpc>
                <a:spcPct val="125000"/>
              </a:lnSpc>
              <a:buNone/>
            </a:pPr>
            <a:r>
              <a:rPr lang="en-US" sz="850" dirty="0">
                <a:solidFill>
                  <a:srgbClr val="4A4A4A"/>
                </a:solidFill>
                <a:latin typeface="Graphik" panose="020B0503030202060203" pitchFamily="34" charset="0"/>
              </a:rPr>
              <a:t>[Brief description of step 3 — what happens here]</a:t>
            </a:r>
          </a:p>
        </p:txBody>
      </p:sp>
      <p:sp>
        <p:nvSpPr>
          <p:cNvPr id="310" name="Arrow34"/>
          <p:cNvSpPr/>
          <p:nvPr/>
        </p:nvSpPr>
        <p:spPr>
          <a:xfrm>
            <a:off x="6858000" y="1828800"/>
            <a:ext cx="228600" cy="228600"/>
          </a:xfrm>
          <a:prstGeom prst="rightArrow">
            <a:avLst>
              <a:gd name="adj1" fmla="val 60000"/>
              <a:gd name="adj2" fmla="val 50000"/>
            </a:avLst>
          </a:prstGeom>
          <a:solidFill>
            <a:srgbClr val="A100FF"/>
          </a:solidFill>
          <a:ln>
            <a:noFill/>
          </a:ln>
        </p:spPr>
        <p:txBody>
          <a:bodyPr/>
          <a:lstStyle/>
          <a:p>
            <a:endParaRPr lang="en-US"/>
          </a:p>
        </p:txBody>
      </p:sp>
      <p:sp>
        <p:nvSpPr>
          <p:cNvPr id="400" name="Card4BG"/>
          <p:cNvSpPr/>
          <p:nvPr/>
        </p:nvSpPr>
        <p:spPr>
          <a:xfrm>
            <a:off x="7178040" y="1051560"/>
            <a:ext cx="1828800" cy="2011680"/>
          </a:xfrm>
          <a:prstGeom prst="roundRect">
            <a:avLst>
              <a:gd name="adj" fmla="val 5000"/>
            </a:avLst>
          </a:prstGeom>
          <a:solidFill>
            <a:srgbClr val="FAFAFA"/>
          </a:solidFill>
          <a:ln w="9525">
            <a:solidFill>
              <a:srgbClr val="E8E8E8"/>
            </a:solidFill>
          </a:ln>
        </p:spPr>
        <p:txBody>
          <a:bodyPr/>
          <a:lstStyle/>
          <a:p>
            <a:endParaRPr lang="en-US"/>
          </a:p>
        </p:txBody>
      </p:sp>
      <p:sp>
        <p:nvSpPr>
          <p:cNvPr id="404" name="S4Title"/>
          <p:cNvSpPr/>
          <p:nvPr/>
        </p:nvSpPr>
        <p:spPr>
          <a:xfrm>
            <a:off x="7269480" y="1645920"/>
            <a:ext cx="1645920" cy="274320"/>
          </a:xfrm>
          <a:prstGeom prst="rect">
            <a:avLst/>
          </a:prstGeom>
          <a:noFill/>
          <a:ln/>
        </p:spPr>
        <p:txBody>
          <a:bodyPr wrap="square" lIns="0" tIns="0" rIns="0" bIns="0" rtlCol="0" anchor="t"/>
          <a:lstStyle/>
          <a:p>
            <a:pPr algn="ctr">
              <a:buNone/>
            </a:pPr>
            <a:r>
              <a:rPr lang="en-US" sz="1100" b="1" dirty="0">
                <a:solidFill>
                  <a:srgbClr val="460073"/>
                </a:solidFill>
                <a:latin typeface="Graphik" panose="020B0503030202060203" pitchFamily="34" charset="0"/>
              </a:rPr>
              <a:t>[Step 4 Name]</a:t>
            </a:r>
          </a:p>
        </p:txBody>
      </p:sp>
      <p:sp>
        <p:nvSpPr>
          <p:cNvPr id="405" name="S4Desc"/>
          <p:cNvSpPr/>
          <p:nvPr/>
        </p:nvSpPr>
        <p:spPr>
          <a:xfrm>
            <a:off x="7269480" y="1920240"/>
            <a:ext cx="1645920" cy="1051560"/>
          </a:xfrm>
          <a:prstGeom prst="rect">
            <a:avLst/>
          </a:prstGeom>
          <a:noFill/>
          <a:ln/>
        </p:spPr>
        <p:txBody>
          <a:bodyPr wrap="square" lIns="45720" tIns="0" rIns="45720" bIns="0" rtlCol="0" anchor="t"/>
          <a:lstStyle/>
          <a:p>
            <a:pPr algn="ctr">
              <a:lnSpc>
                <a:spcPct val="125000"/>
              </a:lnSpc>
              <a:buNone/>
            </a:pPr>
            <a:r>
              <a:rPr lang="en-US" sz="850" dirty="0">
                <a:solidFill>
                  <a:srgbClr val="4A4A4A"/>
                </a:solidFill>
                <a:latin typeface="Graphik" panose="020B0503030202060203" pitchFamily="34" charset="0"/>
              </a:rPr>
              <a:t>[Brief description of step 4 — what happens here]</a:t>
            </a:r>
          </a:p>
        </p:txBody>
      </p:sp>
      <p:sp>
        <p:nvSpPr>
          <p:cNvPr id="500" name="ImpactBG"/>
          <p:cNvSpPr/>
          <p:nvPr/>
        </p:nvSpPr>
        <p:spPr>
          <a:xfrm>
            <a:off x="457200" y="3200400"/>
            <a:ext cx="8549640" cy="457200"/>
          </a:xfrm>
          <a:prstGeom prst="roundRect">
            <a:avLst>
              <a:gd name="adj" fmla="val 10000"/>
            </a:avLst>
          </a:prstGeom>
          <a:solidFill>
            <a:srgbClr val="F3E5FF"/>
          </a:solidFill>
          <a:ln>
            <a:noFill/>
          </a:ln>
        </p:spPr>
        <p:txBody>
          <a:bodyPr/>
          <a:lstStyle/>
          <a:p>
            <a:endParaRPr lang="en-US"/>
          </a:p>
        </p:txBody>
      </p:sp>
      <p:sp>
        <p:nvSpPr>
          <p:cNvPr id="501" name="ImpactLbl"/>
          <p:cNvSpPr/>
          <p:nvPr/>
        </p:nvSpPr>
        <p:spPr>
          <a:xfrm>
            <a:off x="548640" y="3246120"/>
            <a:ext cx="914400" cy="365760"/>
          </a:xfrm>
          <a:prstGeom prst="rect">
            <a:avLst/>
          </a:prstGeom>
          <a:noFill/>
          <a:ln/>
        </p:spPr>
        <p:txBody>
          <a:bodyPr wrap="square" lIns="0" tIns="0" rIns="0" bIns="0" rtlCol="0" anchor="ctr"/>
          <a:lstStyle/>
          <a:p>
            <a:pPr algn="l">
              <a:buNone/>
            </a:pPr>
            <a:r>
              <a:rPr lang="en-US" sz="900" b="1" dirty="0">
                <a:solidFill>
                  <a:srgbClr val="460073"/>
                </a:solidFill>
                <a:latin typeface="Graphik" panose="020B0503030202060203" pitchFamily="34" charset="0"/>
              </a:rPr>
              <a:t>Impact</a:t>
            </a:r>
          </a:p>
        </p:txBody>
      </p:sp>
      <p:sp>
        <p:nvSpPr>
          <p:cNvPr id="520" name="ImpIcon1"/>
          <p:cNvSpPr/>
          <p:nvPr/>
        </p:nvSpPr>
        <p:spPr>
          <a:xfrm>
            <a:off x="1554480" y="3337560"/>
            <a:ext cx="182880" cy="182880"/>
          </a:xfrm>
          <a:prstGeom prst="curvedRightArrow">
            <a:avLst>
              <a:gd name="adj1" fmla="val 25000"/>
              <a:gd name="adj2" fmla="val 50000"/>
              <a:gd name="adj3" fmla="val 25000"/>
            </a:avLst>
          </a:prstGeom>
          <a:solidFill>
            <a:srgbClr val="7B2AB0"/>
          </a:solidFill>
          <a:ln>
            <a:noFill/>
          </a:ln>
        </p:spPr>
        <p:txBody>
          <a:bodyPr/>
          <a:lstStyle/>
          <a:p>
            <a:endParaRPr lang="en-US"/>
          </a:p>
        </p:txBody>
      </p:sp>
      <p:sp>
        <p:nvSpPr>
          <p:cNvPr id="521" name="Imp1Txt"/>
          <p:cNvSpPr/>
          <p:nvPr/>
        </p:nvSpPr>
        <p:spPr>
          <a:xfrm>
            <a:off x="1783080" y="3246120"/>
            <a:ext cx="1371600" cy="365760"/>
          </a:xfrm>
          <a:prstGeom prst="rect">
            <a:avLst/>
          </a:prstGeom>
          <a:noFill/>
          <a:ln/>
        </p:spPr>
        <p:txBody>
          <a:bodyPr wrap="square" lIns="0" tIns="0" rIns="0" bIns="0" rtlCol="0" anchor="ctr"/>
          <a:lstStyle/>
          <a:p>
            <a:pPr algn="l">
              <a:buNone/>
            </a:pPr>
            <a:r>
              <a:rPr lang="en-US" sz="800" dirty="0">
                <a:solidFill>
                  <a:srgbClr val="460073"/>
                </a:solidFill>
                <a:latin typeface="Graphik" panose="020B0503030202060203" pitchFamily="34" charset="0"/>
              </a:rPr>
              <a:t>[Impact 1]</a:t>
            </a:r>
          </a:p>
        </p:txBody>
      </p:sp>
      <p:sp>
        <p:nvSpPr>
          <p:cNvPr id="530" name="ImpIcon2"/>
          <p:cNvSpPr/>
          <p:nvPr/>
        </p:nvSpPr>
        <p:spPr>
          <a:xfrm>
            <a:off x="3383280" y="3337560"/>
            <a:ext cx="182880" cy="182880"/>
          </a:xfrm>
          <a:prstGeom prst="lightningBolt">
            <a:avLst/>
          </a:prstGeom>
          <a:solidFill>
            <a:srgbClr val="7B2AB0"/>
          </a:solidFill>
          <a:ln>
            <a:noFill/>
          </a:ln>
        </p:spPr>
        <p:txBody>
          <a:bodyPr/>
          <a:lstStyle/>
          <a:p>
            <a:endParaRPr lang="en-US"/>
          </a:p>
        </p:txBody>
      </p:sp>
      <p:sp>
        <p:nvSpPr>
          <p:cNvPr id="531" name="Imp2Txt"/>
          <p:cNvSpPr/>
          <p:nvPr/>
        </p:nvSpPr>
        <p:spPr>
          <a:xfrm>
            <a:off x="3611880" y="3246120"/>
            <a:ext cx="1371600" cy="365760"/>
          </a:xfrm>
          <a:prstGeom prst="rect">
            <a:avLst/>
          </a:prstGeom>
          <a:noFill/>
          <a:ln/>
        </p:spPr>
        <p:txBody>
          <a:bodyPr wrap="square" lIns="0" tIns="0" rIns="0" bIns="0" rtlCol="0" anchor="ctr"/>
          <a:lstStyle/>
          <a:p>
            <a:pPr algn="l">
              <a:buNone/>
            </a:pPr>
            <a:r>
              <a:rPr lang="en-US" sz="800" dirty="0">
                <a:solidFill>
                  <a:srgbClr val="460073"/>
                </a:solidFill>
                <a:latin typeface="Graphik" panose="020B0503030202060203" pitchFamily="34" charset="0"/>
              </a:rPr>
              <a:t>[Impact 2]</a:t>
            </a:r>
          </a:p>
        </p:txBody>
      </p:sp>
      <p:sp>
        <p:nvSpPr>
          <p:cNvPr id="540" name="ImpIcon3"/>
          <p:cNvSpPr/>
          <p:nvPr/>
        </p:nvSpPr>
        <p:spPr>
          <a:xfrm>
            <a:off x="5212080" y="3337560"/>
            <a:ext cx="182880" cy="182880"/>
          </a:xfrm>
          <a:prstGeom prst="flowChartProcess">
            <a:avLst/>
          </a:prstGeom>
          <a:solidFill>
            <a:srgbClr val="7B2AB0"/>
          </a:solidFill>
          <a:ln>
            <a:noFill/>
          </a:ln>
        </p:spPr>
        <p:txBody>
          <a:bodyPr/>
          <a:lstStyle/>
          <a:p>
            <a:endParaRPr lang="en-US"/>
          </a:p>
        </p:txBody>
      </p:sp>
      <p:sp>
        <p:nvSpPr>
          <p:cNvPr id="541" name="Imp3Txt"/>
          <p:cNvSpPr/>
          <p:nvPr/>
        </p:nvSpPr>
        <p:spPr>
          <a:xfrm>
            <a:off x="5440680" y="3246120"/>
            <a:ext cx="1371600" cy="365760"/>
          </a:xfrm>
          <a:prstGeom prst="rect">
            <a:avLst/>
          </a:prstGeom>
          <a:noFill/>
          <a:ln/>
        </p:spPr>
        <p:txBody>
          <a:bodyPr wrap="square" lIns="0" tIns="0" rIns="0" bIns="0" rtlCol="0" anchor="ctr"/>
          <a:lstStyle/>
          <a:p>
            <a:pPr algn="l">
              <a:buNone/>
            </a:pPr>
            <a:r>
              <a:rPr lang="en-US" sz="800" dirty="0">
                <a:solidFill>
                  <a:srgbClr val="460073"/>
                </a:solidFill>
                <a:latin typeface="Graphik" panose="020B0503030202060203" pitchFamily="34" charset="0"/>
              </a:rPr>
              <a:t>[Impact 3]</a:t>
            </a:r>
          </a:p>
        </p:txBody>
      </p:sp>
      <p:sp>
        <p:nvSpPr>
          <p:cNvPr id="550" name="ImpIcon4"/>
          <p:cNvSpPr/>
          <p:nvPr/>
        </p:nvSpPr>
        <p:spPr>
          <a:xfrm>
            <a:off x="7040880" y="3337560"/>
            <a:ext cx="182880" cy="182880"/>
          </a:xfrm>
          <a:prstGeom prst="star4">
            <a:avLst/>
          </a:prstGeom>
          <a:solidFill>
            <a:srgbClr val="7B2AB0"/>
          </a:solidFill>
          <a:ln>
            <a:noFill/>
          </a:ln>
        </p:spPr>
        <p:txBody>
          <a:bodyPr/>
          <a:lstStyle/>
          <a:p>
            <a:endParaRPr lang="en-US"/>
          </a:p>
        </p:txBody>
      </p:sp>
      <p:sp>
        <p:nvSpPr>
          <p:cNvPr id="551" name="Imp4Txt"/>
          <p:cNvSpPr/>
          <p:nvPr/>
        </p:nvSpPr>
        <p:spPr>
          <a:xfrm>
            <a:off x="7269480" y="3246120"/>
            <a:ext cx="1371600" cy="365760"/>
          </a:xfrm>
          <a:prstGeom prst="rect">
            <a:avLst/>
          </a:prstGeom>
          <a:noFill/>
          <a:ln/>
        </p:spPr>
        <p:txBody>
          <a:bodyPr wrap="square" lIns="0" tIns="0" rIns="0" bIns="0" rtlCol="0" anchor="ctr"/>
          <a:lstStyle/>
          <a:p>
            <a:pPr algn="l">
              <a:buNone/>
            </a:pPr>
            <a:r>
              <a:rPr lang="en-US" sz="800" dirty="0">
                <a:solidFill>
                  <a:srgbClr val="460073"/>
                </a:solidFill>
                <a:latin typeface="Graphik" panose="020B0503030202060203" pitchFamily="34" charset="0"/>
              </a:rPr>
              <a:t>[Impact 4]</a:t>
            </a:r>
          </a:p>
        </p:txBody>
      </p:sp>
      <p:sp>
        <p:nvSpPr>
          <p:cNvPr id="600" name="CovLbl"/>
          <p:cNvSpPr/>
          <p:nvPr/>
        </p:nvSpPr>
        <p:spPr>
          <a:xfrm>
            <a:off x="457200" y="3794760"/>
            <a:ext cx="1371600" cy="228600"/>
          </a:xfrm>
          <a:prstGeom prst="rect">
            <a:avLst/>
          </a:prstGeom>
          <a:noFill/>
          <a:ln/>
        </p:spPr>
        <p:txBody>
          <a:bodyPr wrap="square" lIns="0" tIns="0" rIns="0" bIns="0" rtlCol="0" anchor="ctr"/>
          <a:lstStyle/>
          <a:p>
            <a:pPr algn="l">
              <a:buNone/>
            </a:pPr>
            <a:r>
              <a:rPr lang="en-US" sz="850" b="1" dirty="0">
                <a:solidFill>
                  <a:srgbClr val="000000"/>
                </a:solidFill>
                <a:latin typeface="Graphik" panose="020B0503030202060203" pitchFamily="34" charset="0"/>
              </a:rPr>
              <a:t>Coverage areas</a:t>
            </a:r>
          </a:p>
        </p:txBody>
      </p:sp>
      <p:sp>
        <p:nvSpPr>
          <p:cNvPr id="610" name="Cov1BG"/>
          <p:cNvSpPr/>
          <p:nvPr/>
        </p:nvSpPr>
        <p:spPr>
          <a:xfrm>
            <a:off x="457200" y="4023360"/>
            <a:ext cx="2057400" cy="274320"/>
          </a:xfrm>
          <a:prstGeom prst="roundRect">
            <a:avLst>
              <a:gd name="adj" fmla="val 25000"/>
            </a:avLst>
          </a:prstGeom>
          <a:solidFill>
            <a:srgbClr val="F3E5FF"/>
          </a:solidFill>
          <a:ln>
            <a:noFill/>
          </a:ln>
        </p:spPr>
        <p:txBody>
          <a:bodyPr/>
          <a:lstStyle/>
          <a:p>
            <a:endParaRPr lang="en-US"/>
          </a:p>
        </p:txBody>
      </p:sp>
      <p:sp>
        <p:nvSpPr>
          <p:cNvPr id="611" name="Cov1Txt"/>
          <p:cNvSpPr/>
          <p:nvPr/>
        </p:nvSpPr>
        <p:spPr>
          <a:xfrm>
            <a:off x="457200" y="4023360"/>
            <a:ext cx="2057400" cy="274320"/>
          </a:xfrm>
          <a:prstGeom prst="rect">
            <a:avLst/>
          </a:prstGeom>
          <a:noFill/>
          <a:ln/>
        </p:spPr>
        <p:txBody>
          <a:bodyPr wrap="square" lIns="0" tIns="0" rIns="0" bIns="0" rtlCol="0" anchor="ctr"/>
          <a:lstStyle/>
          <a:p>
            <a:pPr algn="ctr">
              <a:buNone/>
            </a:pPr>
            <a:r>
              <a:rPr lang="en-US" sz="800" b="1" dirty="0">
                <a:solidFill>
                  <a:srgbClr val="A100FF"/>
                </a:solidFill>
                <a:latin typeface="Graphik" panose="020B0503030202060203" pitchFamily="34" charset="0"/>
              </a:rPr>
              <a:t>[Coverage area 1]</a:t>
            </a:r>
          </a:p>
        </p:txBody>
      </p:sp>
      <p:sp>
        <p:nvSpPr>
          <p:cNvPr id="620" name="Cov2BG"/>
          <p:cNvSpPr/>
          <p:nvPr/>
        </p:nvSpPr>
        <p:spPr>
          <a:xfrm>
            <a:off x="2606040" y="4023360"/>
            <a:ext cx="2194560" cy="274320"/>
          </a:xfrm>
          <a:prstGeom prst="roundRect">
            <a:avLst>
              <a:gd name="adj" fmla="val 25000"/>
            </a:avLst>
          </a:prstGeom>
          <a:solidFill>
            <a:srgbClr val="F3E5FF"/>
          </a:solidFill>
          <a:ln>
            <a:noFill/>
          </a:ln>
        </p:spPr>
        <p:txBody>
          <a:bodyPr/>
          <a:lstStyle/>
          <a:p>
            <a:endParaRPr lang="en-US"/>
          </a:p>
        </p:txBody>
      </p:sp>
      <p:sp>
        <p:nvSpPr>
          <p:cNvPr id="621" name="Cov2Txt"/>
          <p:cNvSpPr/>
          <p:nvPr/>
        </p:nvSpPr>
        <p:spPr>
          <a:xfrm>
            <a:off x="2606040" y="4023360"/>
            <a:ext cx="2194560" cy="274320"/>
          </a:xfrm>
          <a:prstGeom prst="rect">
            <a:avLst/>
          </a:prstGeom>
          <a:noFill/>
          <a:ln/>
        </p:spPr>
        <p:txBody>
          <a:bodyPr wrap="square" lIns="0" tIns="0" rIns="0" bIns="0" rtlCol="0" anchor="ctr"/>
          <a:lstStyle/>
          <a:p>
            <a:pPr algn="ctr">
              <a:buNone/>
            </a:pPr>
            <a:r>
              <a:rPr lang="en-US" sz="800" b="1" dirty="0">
                <a:solidFill>
                  <a:srgbClr val="A100FF"/>
                </a:solidFill>
                <a:latin typeface="Graphik" panose="020B0503030202060203" pitchFamily="34" charset="0"/>
              </a:rPr>
              <a:t>[Coverage area 2]</a:t>
            </a:r>
          </a:p>
        </p:txBody>
      </p:sp>
      <p:sp>
        <p:nvSpPr>
          <p:cNvPr id="630" name="Cov3BG"/>
          <p:cNvSpPr/>
          <p:nvPr/>
        </p:nvSpPr>
        <p:spPr>
          <a:xfrm>
            <a:off x="4891440" y="4023360"/>
            <a:ext cx="2286000" cy="274320"/>
          </a:xfrm>
          <a:prstGeom prst="roundRect">
            <a:avLst>
              <a:gd name="adj" fmla="val 25000"/>
            </a:avLst>
          </a:prstGeom>
          <a:solidFill>
            <a:srgbClr val="F3E5FF"/>
          </a:solidFill>
          <a:ln>
            <a:noFill/>
          </a:ln>
        </p:spPr>
        <p:txBody>
          <a:bodyPr/>
          <a:lstStyle/>
          <a:p>
            <a:endParaRPr lang="en-US"/>
          </a:p>
        </p:txBody>
      </p:sp>
      <p:sp>
        <p:nvSpPr>
          <p:cNvPr id="631" name="Cov3Txt"/>
          <p:cNvSpPr/>
          <p:nvPr/>
        </p:nvSpPr>
        <p:spPr>
          <a:xfrm>
            <a:off x="4891440" y="4023360"/>
            <a:ext cx="2286000" cy="274320"/>
          </a:xfrm>
          <a:prstGeom prst="rect">
            <a:avLst/>
          </a:prstGeom>
          <a:noFill/>
          <a:ln/>
        </p:spPr>
        <p:txBody>
          <a:bodyPr wrap="square" lIns="0" tIns="0" rIns="0" bIns="0" rtlCol="0" anchor="ctr"/>
          <a:lstStyle/>
          <a:p>
            <a:pPr algn="ctr">
              <a:buNone/>
            </a:pPr>
            <a:r>
              <a:rPr lang="en-US" sz="800" b="1" dirty="0">
                <a:solidFill>
                  <a:srgbClr val="A100FF"/>
                </a:solidFill>
                <a:latin typeface="Graphik" panose="020B0503030202060203" pitchFamily="34" charset="0"/>
              </a:rPr>
              <a:t>[Coverage area 3]</a:t>
            </a:r>
          </a:p>
        </p:txBody>
      </p:sp>
      <p:sp>
        <p:nvSpPr>
          <p:cNvPr id="640" name="Cov4BG"/>
          <p:cNvSpPr/>
          <p:nvPr/>
        </p:nvSpPr>
        <p:spPr>
          <a:xfrm>
            <a:off x="7269480" y="4023360"/>
            <a:ext cx="1737360" cy="274320"/>
          </a:xfrm>
          <a:prstGeom prst="roundRect">
            <a:avLst>
              <a:gd name="adj" fmla="val 25000"/>
            </a:avLst>
          </a:prstGeom>
          <a:solidFill>
            <a:srgbClr val="F3E5FF"/>
          </a:solidFill>
          <a:ln>
            <a:noFill/>
          </a:ln>
        </p:spPr>
        <p:txBody>
          <a:bodyPr/>
          <a:lstStyle/>
          <a:p>
            <a:endParaRPr lang="en-US"/>
          </a:p>
        </p:txBody>
      </p:sp>
      <p:sp>
        <p:nvSpPr>
          <p:cNvPr id="641" name="Cov4Txt"/>
          <p:cNvSpPr/>
          <p:nvPr/>
        </p:nvSpPr>
        <p:spPr>
          <a:xfrm>
            <a:off x="7269480" y="4023360"/>
            <a:ext cx="1737360" cy="274320"/>
          </a:xfrm>
          <a:prstGeom prst="rect">
            <a:avLst/>
          </a:prstGeom>
          <a:noFill/>
          <a:ln/>
        </p:spPr>
        <p:txBody>
          <a:bodyPr wrap="square" lIns="0" tIns="0" rIns="0" bIns="0" rtlCol="0" anchor="ctr"/>
          <a:lstStyle/>
          <a:p>
            <a:pPr algn="ctr">
              <a:buNone/>
            </a:pPr>
            <a:r>
              <a:rPr lang="en-US" sz="800" b="1" dirty="0">
                <a:solidFill>
                  <a:srgbClr val="A100FF"/>
                </a:solidFill>
                <a:latin typeface="Graphik" panose="020B0503030202060203" pitchFamily="34" charset="0"/>
              </a:rPr>
              <a:t>[Coverage area 4]</a:t>
            </a:r>
          </a:p>
        </p:txBody>
      </p:sp>
      <p:sp>
        <p:nvSpPr>
          <p:cNvPr id="700" name="CollabNote"/>
          <p:cNvSpPr/>
          <p:nvPr/>
        </p:nvSpPr>
        <p:spPr>
          <a:xfrm>
            <a:off x="457200" y="4389120"/>
            <a:ext cx="8549640" cy="228600"/>
          </a:xfrm>
          <a:prstGeom prst="rect">
            <a:avLst/>
          </a:prstGeom>
          <a:noFill/>
          <a:ln/>
        </p:spPr>
        <p:txBody>
          <a:bodyPr wrap="square" lIns="0" tIns="0" rIns="0" bIns="0" rtlCol="0" anchor="ctr"/>
          <a:lstStyle/>
          <a:p>
            <a:pPr algn="l">
              <a:buNone/>
            </a:pPr>
            <a:r>
              <a:rPr lang="en-US" sz="800" dirty="0">
                <a:solidFill>
                  <a:srgbClr val="7B2AB0"/>
                </a:solidFill>
                <a:latin typeface="Graphik" panose="020B0503030202060203" pitchFamily="34" charset="0"/>
              </a:rPr>
              <a:t>◆</a:t>
            </a:r>
            <a:r>
              <a:rPr lang="en-US" sz="800" dirty="0">
                <a:solidFill>
                  <a:srgbClr val="666666"/>
                </a:solidFill>
                <a:latin typeface="Graphik" panose="020B0503030202060203" pitchFamily="34" charset="0"/>
              </a:rPr>
              <a:t xml:space="preserve">  Shaped through collaboration with requirements, design, and review teams — improving functional discussions and reducing repeated clarification cycles</a:t>
            </a:r>
          </a:p>
        </p:txBody>
      </p:sp>
    </p:spTree>
    <p:extLst>
      <p:ext uri="{BB962C8B-B14F-4D97-AF65-F5344CB8AC3E}">
        <p14:creationId xmlns:p14="http://schemas.microsoft.com/office/powerpoint/2010/main" val="2234107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4572000" y="457200"/>
            <a:ext cx="4572000" cy="4572000"/>
          </a:xfrm>
          <a:prstGeom prst="rect">
            <a:avLst/>
          </a:prstGeom>
        </p:spPr>
      </p:pic>
      <p:sp>
        <p:nvSpPr>
          <p:cNvPr id="3" name="Text 0"/>
          <p:cNvSpPr/>
          <p:nvPr/>
        </p:nvSpPr>
        <p:spPr>
          <a:xfrm>
            <a:off x="640080" y="1097280"/>
            <a:ext cx="1371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06</a:t>
            </a:r>
            <a:endParaRPr kumimoji="0" lang="en-US" sz="60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4" name="Text 1"/>
          <p:cNvSpPr/>
          <p:nvPr/>
        </p:nvSpPr>
        <p:spPr>
          <a:xfrm>
            <a:off x="640080" y="2011680"/>
            <a:ext cx="6400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Graphik" panose="020B0503030202060203" pitchFamily="34" charset="0"/>
                <a:ea typeface="Graphik" pitchFamily="34" charset="-122"/>
                <a:cs typeface="Graphik" pitchFamily="34" charset="-120"/>
              </a:rPr>
              <a:t>Learnings &amp; Capabilities Built</a:t>
            </a:r>
            <a:endParaRPr kumimoji="0" lang="en-US" sz="36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5" name="Text 2"/>
          <p:cNvSpPr/>
          <p:nvPr/>
        </p:nvSpPr>
        <p:spPr>
          <a:xfrm>
            <a:off x="640080" y="310896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alpha val="80000"/>
                  </a:srgbClr>
                </a:solidFill>
                <a:effectLst/>
                <a:uLnTx/>
                <a:uFillTx/>
                <a:latin typeface="Graphik" panose="020B0503030202060203" pitchFamily="34" charset="0"/>
                <a:ea typeface="Graphik" pitchFamily="34" charset="-122"/>
                <a:cs typeface="Graphik" pitchFamily="34" charset="-120"/>
              </a:rPr>
              <a:t>Skills strengthened through delivery and reflections from the internship</a:t>
            </a:r>
            <a:endParaRPr kumimoji="0" lang="en-US" sz="16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6" name="Text 3"/>
          <p:cNvSpPr/>
          <p:nvPr/>
        </p:nvSpPr>
        <p:spPr>
          <a:xfrm>
            <a:off x="274320" y="4663440"/>
            <a:ext cx="365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&gt;</a:t>
            </a:r>
            <a:endParaRPr kumimoji="0" lang="en-US" sz="22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
        <p:nvSpPr>
          <p:cNvPr id="7" name="Text 4"/>
          <p:cNvSpPr/>
          <p:nvPr/>
        </p:nvSpPr>
        <p:spPr>
          <a:xfrm>
            <a:off x="4114800" y="4828032"/>
            <a:ext cx="475488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alpha val="60000"/>
                  </a:srgbClr>
                </a:solidFill>
                <a:effectLst/>
                <a:uLnTx/>
                <a:uFillTx/>
                <a:latin typeface="Graphik" panose="020B0503030202060203" pitchFamily="34" charset="0"/>
                <a:ea typeface="Graphik" pitchFamily="34" charset="-122"/>
                <a:cs typeface="Graphik" pitchFamily="34" charset="-120"/>
              </a:rPr>
              <a:t>Copyright © 2026 Accenture. All rights reserved.</a:t>
            </a:r>
            <a:endParaRPr kumimoji="0" lang="en-US" sz="7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74320" y="4663440"/>
            <a:ext cx="365760" cy="365760"/>
          </a:xfrm>
          <a:prstGeom prst="rect">
            <a:avLst/>
          </a:prstGeom>
          <a:noFill/>
          <a:ln/>
        </p:spPr>
        <p:txBody>
          <a:bodyPr wrap="square" lIns="0" tIns="0" rIns="0" bIns="0" rtlCol="0" anchor="ctr"/>
          <a:lstStyle/>
          <a:p>
            <a:pPr marL="0" indent="0">
              <a:buNone/>
            </a:pPr>
            <a:r>
              <a:rPr lang="en-US" sz="2200" b="1" dirty="0">
                <a:solidFill>
                  <a:srgbClr val="A100FF"/>
                </a:solidFill>
                <a:latin typeface="Graphik" panose="020B0503030202060203" pitchFamily="34" charset="0"/>
                <a:ea typeface="Graphik" pitchFamily="34" charset="-122"/>
                <a:cs typeface="Graphik" pitchFamily="34" charset="-120"/>
              </a:rPr>
              <a:t>&gt;</a:t>
            </a:r>
            <a:endParaRPr lang="en-US" sz="2200" dirty="0"/>
          </a:p>
        </p:txBody>
      </p:sp>
      <p:sp>
        <p:nvSpPr>
          <p:cNvPr id="4" name="Text 2"/>
          <p:cNvSpPr/>
          <p:nvPr/>
        </p:nvSpPr>
        <p:spPr>
          <a:xfrm>
            <a:off x="4114800" y="4828032"/>
            <a:ext cx="4754880" cy="182880"/>
          </a:xfrm>
          <a:prstGeom prst="rect">
            <a:avLst/>
          </a:prstGeom>
          <a:noFill/>
          <a:ln/>
        </p:spPr>
        <p:txBody>
          <a:bodyPr wrap="square" lIns="0" tIns="0" rIns="0" bIns="0" rtlCol="0" anchor="ctr"/>
          <a:lstStyle/>
          <a:p>
            <a:pPr marL="0" indent="0" algn="r">
              <a:buNone/>
            </a:pPr>
            <a:r>
              <a:rPr lang="en-US" sz="700" dirty="0">
                <a:solidFill>
                  <a:srgbClr val="888888"/>
                </a:solidFill>
                <a:latin typeface="Graphik" panose="020B0503030202060203" pitchFamily="34" charset="0"/>
                <a:ea typeface="Graphik" pitchFamily="34" charset="-122"/>
                <a:cs typeface="Graphik" pitchFamily="34" charset="-120"/>
              </a:rPr>
              <a:t>Copyright © 2026 Accenture. All rights reserved.</a:t>
            </a:r>
            <a:endParaRPr lang="en-US" sz="700" dirty="0"/>
          </a:p>
        </p:txBody>
      </p:sp>
      <p:sp>
        <p:nvSpPr>
          <p:cNvPr id="5" name="Text 3"/>
          <p:cNvSpPr/>
          <p:nvPr/>
        </p:nvSpPr>
        <p:spPr>
          <a:xfrm>
            <a:off x="8595360" y="4663440"/>
            <a:ext cx="365760" cy="274320"/>
          </a:xfrm>
          <a:prstGeom prst="rect">
            <a:avLst/>
          </a:prstGeom>
          <a:noFill/>
          <a:ln/>
        </p:spPr>
        <p:txBody>
          <a:bodyPr wrap="square" lIns="0" tIns="0" rIns="0" bIns="0" rtlCol="0" anchor="ctr"/>
          <a:lstStyle/>
          <a:p>
            <a:pPr marL="0" indent="0" algn="r">
              <a:buNone/>
            </a:pPr>
            <a:r>
              <a:rPr lang="en-US" sz="900">
                <a:solidFill>
                  <a:srgbClr val="888888"/>
                </a:solidFill>
                <a:latin typeface="Graphik" panose="020B0503030202060203" pitchFamily="34" charset="0"/>
                <a:ea typeface="Graphik" pitchFamily="34" charset="-122"/>
                <a:cs typeface="Graphik" pitchFamily="34" charset="-120"/>
              </a:rPr>
              <a:t>9</a:t>
            </a:r>
            <a:endParaRPr lang="en-US" sz="900" dirty="0"/>
          </a:p>
        </p:txBody>
      </p:sp>
      <p:sp>
        <p:nvSpPr>
          <p:cNvPr id="6" name="Text 4"/>
          <p:cNvSpPr/>
          <p:nvPr/>
        </p:nvSpPr>
        <p:spPr>
          <a:xfrm>
            <a:off x="640080" y="228600"/>
            <a:ext cx="8229600" cy="502920"/>
          </a:xfrm>
          <a:prstGeom prst="rect">
            <a:avLst/>
          </a:prstGeom>
          <a:noFill/>
          <a:ln/>
        </p:spPr>
        <p:txBody>
          <a:bodyPr wrap="square" lIns="0" tIns="0" rIns="0" bIns="0" rtlCol="0" anchor="ctr"/>
          <a:lstStyle/>
          <a:p>
            <a:pPr marL="0" indent="0">
              <a:buNone/>
            </a:pPr>
            <a:r>
              <a:rPr lang="en-US" sz="2400" b="1" dirty="0">
                <a:solidFill>
                  <a:srgbClr val="000000"/>
                </a:solidFill>
                <a:latin typeface="Graphik" panose="020B0503030202060203" pitchFamily="34" charset="0"/>
                <a:ea typeface="Graphik" pitchFamily="34" charset="-122"/>
                <a:cs typeface="Graphik" pitchFamily="34" charset="-120"/>
              </a:rPr>
              <a:t>[Learnings &amp; Capabilities — Title]</a:t>
            </a:r>
            <a:endParaRPr lang="en-US" sz="2400" dirty="0">
              <a:latin typeface="Graphik" panose="020B0503030202060203" pitchFamily="34" charset="0"/>
            </a:endParaRPr>
          </a:p>
        </p:txBody>
      </p:sp>
      <p:sp>
        <p:nvSpPr>
          <p:cNvPr id="7" name="Text 5"/>
          <p:cNvSpPr/>
          <p:nvPr/>
        </p:nvSpPr>
        <p:spPr>
          <a:xfrm>
            <a:off x="640080" y="713232"/>
            <a:ext cx="7772400" cy="274320"/>
          </a:xfrm>
          <a:prstGeom prst="rect">
            <a:avLst/>
          </a:prstGeom>
          <a:noFill/>
          <a:ln/>
        </p:spPr>
        <p:txBody>
          <a:bodyPr wrap="square" lIns="0" tIns="0" rIns="0" bIns="0" rtlCol="0" anchor="ctr"/>
          <a:lstStyle/>
          <a:p>
            <a:pPr marL="0" indent="0">
              <a:buNone/>
            </a:pPr>
            <a:r>
              <a:rPr lang="en-US" sz="1200" dirty="0">
                <a:solidFill>
                  <a:srgbClr val="4A4A4A"/>
                </a:solidFill>
                <a:latin typeface="Graphik" panose="020B0503030202060203" pitchFamily="34" charset="0"/>
                <a:ea typeface="Graphik" pitchFamily="34" charset="-122"/>
                <a:cs typeface="Graphik" pitchFamily="34" charset="-120"/>
              </a:rPr>
              <a:t>[Subtitle: how skills strengthened and what capabilities were built]</a:t>
            </a:r>
            <a:endParaRPr lang="en-US" sz="1200" dirty="0">
              <a:latin typeface="Graphik" panose="020B0503030202060203" pitchFamily="34" charset="0"/>
            </a:endParaRPr>
          </a:p>
        </p:txBody>
      </p:sp>
      <p:sp>
        <p:nvSpPr>
          <p:cNvPr id="8" name="Shape 6"/>
          <p:cNvSpPr/>
          <p:nvPr/>
        </p:nvSpPr>
        <p:spPr>
          <a:xfrm>
            <a:off x="457200" y="1097280"/>
            <a:ext cx="2697480" cy="2651760"/>
          </a:xfrm>
          <a:prstGeom prst="roundRect">
            <a:avLst>
              <a:gd name="adj" fmla="val 2759"/>
            </a:avLst>
          </a:prstGeom>
          <a:solidFill>
            <a:srgbClr val="F5F5F5"/>
          </a:solidFill>
          <a:ln/>
        </p:spPr>
        <p:txBody>
          <a:bodyPr/>
          <a:lstStyle/>
          <a:p>
            <a:endParaRPr lang="en-US">
              <a:latin typeface="Graphik" panose="020B0503030202060203" pitchFamily="34" charset="0"/>
            </a:endParaRPr>
          </a:p>
        </p:txBody>
      </p:sp>
      <p:sp>
        <p:nvSpPr>
          <p:cNvPr id="9" name="Shape 7"/>
          <p:cNvSpPr/>
          <p:nvPr/>
        </p:nvSpPr>
        <p:spPr>
          <a:xfrm>
            <a:off x="457200" y="1097280"/>
            <a:ext cx="2697480" cy="502920"/>
          </a:xfrm>
          <a:prstGeom prst="roundRect">
            <a:avLst>
              <a:gd name="adj" fmla="val 14545"/>
            </a:avLst>
          </a:prstGeom>
          <a:solidFill>
            <a:srgbClr val="A100FF"/>
          </a:solidFill>
          <a:ln/>
        </p:spPr>
        <p:txBody>
          <a:bodyPr/>
          <a:lstStyle/>
          <a:p>
            <a:endParaRPr lang="en-US">
              <a:latin typeface="Graphik" panose="020B0503030202060203" pitchFamily="34" charset="0"/>
            </a:endParaRPr>
          </a:p>
        </p:txBody>
      </p:sp>
      <p:sp>
        <p:nvSpPr>
          <p:cNvPr id="10" name="Shape 8"/>
          <p:cNvSpPr/>
          <p:nvPr/>
        </p:nvSpPr>
        <p:spPr>
          <a:xfrm>
            <a:off x="457200" y="1527048"/>
            <a:ext cx="2697480" cy="91440"/>
          </a:xfrm>
          <a:prstGeom prst="rect">
            <a:avLst/>
          </a:prstGeom>
          <a:solidFill>
            <a:srgbClr val="A100FF"/>
          </a:solidFill>
          <a:ln/>
        </p:spPr>
        <p:txBody>
          <a:bodyPr/>
          <a:lstStyle/>
          <a:p>
            <a:endParaRPr lang="en-US">
              <a:latin typeface="Graphik" panose="020B0503030202060203" pitchFamily="34" charset="0"/>
            </a:endParaRPr>
          </a:p>
        </p:txBody>
      </p:sp>
      <p:pic>
        <p:nvPicPr>
          <p:cNvPr id="11" name="Image 0" descr="preencoded.png"/>
          <p:cNvPicPr>
            <a:picLocks noChangeAspect="1"/>
          </p:cNvPicPr>
          <p:nvPr/>
        </p:nvPicPr>
        <p:blipFill>
          <a:blip r:embed="rId3"/>
          <a:stretch>
            <a:fillRect/>
          </a:stretch>
        </p:blipFill>
        <p:spPr>
          <a:xfrm>
            <a:off x="594360" y="1188720"/>
            <a:ext cx="256032" cy="256032"/>
          </a:xfrm>
          <a:prstGeom prst="rect">
            <a:avLst/>
          </a:prstGeom>
        </p:spPr>
      </p:pic>
      <p:sp>
        <p:nvSpPr>
          <p:cNvPr id="12" name="Text 9"/>
          <p:cNvSpPr/>
          <p:nvPr/>
        </p:nvSpPr>
        <p:spPr>
          <a:xfrm>
            <a:off x="914400" y="1115568"/>
            <a:ext cx="2011680" cy="457200"/>
          </a:xfrm>
          <a:prstGeom prst="rect">
            <a:avLst/>
          </a:prstGeom>
          <a:noFill/>
          <a:ln/>
        </p:spPr>
        <p:txBody>
          <a:bodyPr wrap="square" lIns="0" tIns="0" rIns="0" bIns="0" rtlCol="0" anchor="ctr"/>
          <a:lstStyle/>
          <a:p>
            <a:pPr marL="0" indent="0">
              <a:buNone/>
            </a:pPr>
            <a:r>
              <a:rPr lang="en-US" sz="1300" b="1" dirty="0">
                <a:solidFill>
                  <a:srgbClr val="FFFFFF"/>
                </a:solidFill>
                <a:latin typeface="Graphik" panose="020B0503030202060203" pitchFamily="34" charset="0"/>
                <a:ea typeface="Graphik" pitchFamily="34" charset="-122"/>
                <a:cs typeface="Graphik" pitchFamily="34" charset="-120"/>
              </a:rPr>
              <a:t>[Category 1]</a:t>
            </a:r>
            <a:endParaRPr lang="en-US" sz="1300" dirty="0">
              <a:latin typeface="Graphik" panose="020B0503030202060203" pitchFamily="34" charset="0"/>
            </a:endParaRPr>
          </a:p>
        </p:txBody>
      </p:sp>
      <p:sp>
        <p:nvSpPr>
          <p:cNvPr id="13" name="Text 10"/>
          <p:cNvSpPr/>
          <p:nvPr/>
        </p:nvSpPr>
        <p:spPr>
          <a:xfrm>
            <a:off x="640080" y="1691640"/>
            <a:ext cx="2331720" cy="320040"/>
          </a:xfrm>
          <a:prstGeom prst="rect">
            <a:avLst/>
          </a:prstGeom>
          <a:noFill/>
          <a:ln/>
        </p:spPr>
        <p:txBody>
          <a:bodyPr wrap="square" lIns="0" tIns="0" rIns="0" bIns="0" rtlCol="0" anchor="ctr"/>
          <a:lstStyle/>
          <a:p>
            <a:pPr marL="0" indent="0">
              <a:buNone/>
            </a:pPr>
            <a:r>
              <a:rPr lang="en-US" sz="1200" b="1">
                <a:solidFill>
                  <a:srgbClr val="000000"/>
                </a:solidFill>
                <a:latin typeface="Graphik" panose="020B0503030202060203" pitchFamily="34" charset="0"/>
                <a:ea typeface="Graphik" pitchFamily="34" charset="-122"/>
                <a:cs typeface="Graphik" pitchFamily="34" charset="-120"/>
              </a:rPr>
              <a:t>[Category 1 Heading]</a:t>
            </a:r>
            <a:endParaRPr lang="en-US" sz="1200" dirty="0">
              <a:latin typeface="Graphik" panose="020B0503030202060203" pitchFamily="34" charset="0"/>
            </a:endParaRPr>
          </a:p>
        </p:txBody>
      </p:sp>
      <p:sp>
        <p:nvSpPr>
          <p:cNvPr id="14" name="Text 11"/>
          <p:cNvSpPr/>
          <p:nvPr/>
        </p:nvSpPr>
        <p:spPr>
          <a:xfrm>
            <a:off x="640080" y="2057400"/>
            <a:ext cx="2331720" cy="594360"/>
          </a:xfrm>
          <a:prstGeom prst="rect">
            <a:avLst/>
          </a:prstGeom>
          <a:noFill/>
          <a:ln/>
        </p:spPr>
        <p:txBody>
          <a:bodyPr wrap="square" lIns="0" tIns="0" rIns="0" bIns="0" rtlCol="0" anchor="ctr"/>
          <a:lstStyle/>
          <a:p>
            <a:pPr marL="0" indent="0">
              <a:lnSpc>
                <a:spcPct val="130000"/>
              </a:lnSpc>
              <a:buNone/>
            </a:pPr>
            <a:r>
              <a:rPr lang="en-US" sz="950" dirty="0">
                <a:solidFill>
                  <a:srgbClr val="4A4A4A"/>
                </a:solidFill>
                <a:latin typeface="Graphik" panose="020B0503030202060203" pitchFamily="34" charset="0"/>
                <a:ea typeface="Graphik" pitchFamily="34" charset="-122"/>
                <a:cs typeface="Graphik" pitchFamily="34" charset="-120"/>
              </a:rPr>
              <a:t>[Description of category 1 — the area of capability built and how]</a:t>
            </a:r>
            <a:endParaRPr lang="en-US" sz="950" dirty="0">
              <a:latin typeface="Graphik" panose="020B0503030202060203" pitchFamily="34" charset="0"/>
            </a:endParaRPr>
          </a:p>
        </p:txBody>
      </p:sp>
      <p:sp>
        <p:nvSpPr>
          <p:cNvPr id="15" name="Text 12"/>
          <p:cNvSpPr/>
          <p:nvPr/>
        </p:nvSpPr>
        <p:spPr>
          <a:xfrm>
            <a:off x="640080" y="2743200"/>
            <a:ext cx="2331720" cy="91440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4A4A4A"/>
                </a:solidFill>
                <a:latin typeface="Graphik" panose="020B0503030202060203" pitchFamily="34" charset="0"/>
                <a:ea typeface="Graphik" pitchFamily="34" charset="-122"/>
                <a:cs typeface="Graphik" pitchFamily="34" charset="-120"/>
              </a:rPr>
              <a:t>[Capability 1 detail]</a:t>
            </a:r>
            <a:endParaRPr lang="en-US" sz="950" dirty="0">
              <a:latin typeface="Graphik" panose="020B0503030202060203" pitchFamily="34" charset="0"/>
            </a:endParaRPr>
          </a:p>
          <a:p>
            <a:pPr marL="342900" indent="-342900">
              <a:spcAft>
                <a:spcPts val="600"/>
              </a:spcAft>
              <a:buSzPct val="100000"/>
              <a:buChar char="•"/>
            </a:pPr>
            <a:r>
              <a:rPr lang="en-US" sz="950" dirty="0">
                <a:solidFill>
                  <a:srgbClr val="4A4A4A"/>
                </a:solidFill>
                <a:latin typeface="Graphik" panose="020B0503030202060203" pitchFamily="34" charset="0"/>
                <a:ea typeface="Graphik" pitchFamily="34" charset="-122"/>
                <a:cs typeface="Graphik" pitchFamily="34" charset="-120"/>
              </a:rPr>
              <a:t>[Capability 2 detail]</a:t>
            </a:r>
            <a:endParaRPr lang="en-US" sz="950" dirty="0">
              <a:latin typeface="Graphik" panose="020B0503030202060203" pitchFamily="34" charset="0"/>
            </a:endParaRPr>
          </a:p>
          <a:p>
            <a:pPr marL="342900" indent="-342900">
              <a:spcAft>
                <a:spcPts val="600"/>
              </a:spcAft>
              <a:buSzPct val="100000"/>
              <a:buChar char="•"/>
            </a:pPr>
            <a:r>
              <a:rPr lang="en-US" sz="950" dirty="0">
                <a:solidFill>
                  <a:srgbClr val="4A4A4A"/>
                </a:solidFill>
                <a:latin typeface="Graphik" panose="020B0503030202060203" pitchFamily="34" charset="0"/>
                <a:ea typeface="Graphik" pitchFamily="34" charset="-122"/>
                <a:cs typeface="Graphik" pitchFamily="34" charset="-120"/>
              </a:rPr>
              <a:t>[Capability 3 detail]</a:t>
            </a:r>
            <a:endParaRPr lang="en-US" sz="950" dirty="0">
              <a:latin typeface="Graphik" panose="020B0503030202060203" pitchFamily="34" charset="0"/>
            </a:endParaRPr>
          </a:p>
        </p:txBody>
      </p:sp>
      <p:sp>
        <p:nvSpPr>
          <p:cNvPr id="16" name="Shape 13"/>
          <p:cNvSpPr/>
          <p:nvPr/>
        </p:nvSpPr>
        <p:spPr>
          <a:xfrm>
            <a:off x="3337560" y="1097280"/>
            <a:ext cx="2697480" cy="2651760"/>
          </a:xfrm>
          <a:prstGeom prst="roundRect">
            <a:avLst>
              <a:gd name="adj" fmla="val 2759"/>
            </a:avLst>
          </a:prstGeom>
          <a:solidFill>
            <a:srgbClr val="F5F5F5"/>
          </a:solidFill>
          <a:ln/>
        </p:spPr>
        <p:txBody>
          <a:bodyPr/>
          <a:lstStyle/>
          <a:p>
            <a:endParaRPr lang="en-US">
              <a:latin typeface="Graphik" panose="020B0503030202060203" pitchFamily="34" charset="0"/>
            </a:endParaRPr>
          </a:p>
        </p:txBody>
      </p:sp>
      <p:sp>
        <p:nvSpPr>
          <p:cNvPr id="17" name="Shape 14"/>
          <p:cNvSpPr/>
          <p:nvPr/>
        </p:nvSpPr>
        <p:spPr>
          <a:xfrm>
            <a:off x="3337560" y="1097280"/>
            <a:ext cx="2697480" cy="502920"/>
          </a:xfrm>
          <a:prstGeom prst="roundRect">
            <a:avLst>
              <a:gd name="adj" fmla="val 14545"/>
            </a:avLst>
          </a:prstGeom>
          <a:solidFill>
            <a:srgbClr val="7B2AB0"/>
          </a:solidFill>
          <a:ln/>
        </p:spPr>
        <p:txBody>
          <a:bodyPr/>
          <a:lstStyle/>
          <a:p>
            <a:endParaRPr lang="en-US">
              <a:latin typeface="Graphik" panose="020B0503030202060203" pitchFamily="34" charset="0"/>
            </a:endParaRPr>
          </a:p>
        </p:txBody>
      </p:sp>
      <p:sp>
        <p:nvSpPr>
          <p:cNvPr id="18" name="Shape 15"/>
          <p:cNvSpPr/>
          <p:nvPr/>
        </p:nvSpPr>
        <p:spPr>
          <a:xfrm>
            <a:off x="3337560" y="1527048"/>
            <a:ext cx="2697480" cy="91440"/>
          </a:xfrm>
          <a:prstGeom prst="rect">
            <a:avLst/>
          </a:prstGeom>
          <a:solidFill>
            <a:srgbClr val="7B2AB0"/>
          </a:solidFill>
          <a:ln/>
        </p:spPr>
        <p:txBody>
          <a:bodyPr/>
          <a:lstStyle/>
          <a:p>
            <a:endParaRPr lang="en-US">
              <a:latin typeface="Graphik" panose="020B0503030202060203" pitchFamily="34" charset="0"/>
            </a:endParaRPr>
          </a:p>
        </p:txBody>
      </p:sp>
      <p:pic>
        <p:nvPicPr>
          <p:cNvPr id="19" name="Image 1" descr="preencoded.png"/>
          <p:cNvPicPr>
            <a:picLocks noChangeAspect="1"/>
          </p:cNvPicPr>
          <p:nvPr/>
        </p:nvPicPr>
        <p:blipFill>
          <a:blip r:embed="rId4"/>
          <a:stretch>
            <a:fillRect/>
          </a:stretch>
        </p:blipFill>
        <p:spPr>
          <a:xfrm>
            <a:off x="3474720" y="1188720"/>
            <a:ext cx="256032" cy="256032"/>
          </a:xfrm>
          <a:prstGeom prst="rect">
            <a:avLst/>
          </a:prstGeom>
        </p:spPr>
      </p:pic>
      <p:sp>
        <p:nvSpPr>
          <p:cNvPr id="20" name="Text 16"/>
          <p:cNvSpPr/>
          <p:nvPr/>
        </p:nvSpPr>
        <p:spPr>
          <a:xfrm>
            <a:off x="3794760" y="1115568"/>
            <a:ext cx="2011680" cy="457200"/>
          </a:xfrm>
          <a:prstGeom prst="rect">
            <a:avLst/>
          </a:prstGeom>
          <a:noFill/>
          <a:ln/>
        </p:spPr>
        <p:txBody>
          <a:bodyPr wrap="square" lIns="0" tIns="0" rIns="0" bIns="0" rtlCol="0" anchor="ctr"/>
          <a:lstStyle/>
          <a:p>
            <a:pPr marL="0" indent="0">
              <a:buNone/>
            </a:pPr>
            <a:r>
              <a:rPr lang="en-US" sz="1300" b="1" dirty="0">
                <a:solidFill>
                  <a:srgbClr val="FFFFFF"/>
                </a:solidFill>
                <a:latin typeface="Graphik" panose="020B0503030202060203" pitchFamily="34" charset="0"/>
                <a:ea typeface="Graphik" pitchFamily="34" charset="-122"/>
                <a:cs typeface="Graphik" pitchFamily="34" charset="-120"/>
              </a:rPr>
              <a:t>[Category 2]</a:t>
            </a:r>
            <a:endParaRPr lang="en-US" sz="1300" dirty="0">
              <a:latin typeface="Graphik" panose="020B0503030202060203" pitchFamily="34" charset="0"/>
            </a:endParaRPr>
          </a:p>
        </p:txBody>
      </p:sp>
      <p:sp>
        <p:nvSpPr>
          <p:cNvPr id="21" name="Text 17"/>
          <p:cNvSpPr/>
          <p:nvPr/>
        </p:nvSpPr>
        <p:spPr>
          <a:xfrm>
            <a:off x="3520440" y="1691640"/>
            <a:ext cx="2331720" cy="320040"/>
          </a:xfrm>
          <a:prstGeom prst="rect">
            <a:avLst/>
          </a:prstGeom>
          <a:noFill/>
          <a:ln/>
        </p:spPr>
        <p:txBody>
          <a:bodyPr wrap="square" lIns="0" tIns="0" rIns="0" bIns="0" rtlCol="0" anchor="ctr"/>
          <a:lstStyle/>
          <a:p>
            <a:pPr marL="0" indent="0">
              <a:buNone/>
            </a:pPr>
            <a:r>
              <a:rPr lang="en-US" sz="1200" b="1" dirty="0">
                <a:solidFill>
                  <a:srgbClr val="000000"/>
                </a:solidFill>
                <a:latin typeface="Graphik" panose="020B0503030202060203" pitchFamily="34" charset="0"/>
                <a:ea typeface="Graphik" pitchFamily="34" charset="-122"/>
                <a:cs typeface="Graphik" pitchFamily="34" charset="-120"/>
              </a:rPr>
              <a:t>[Category 2 Heading]</a:t>
            </a:r>
            <a:endParaRPr lang="en-US" sz="1200" dirty="0">
              <a:latin typeface="Graphik" panose="020B0503030202060203" pitchFamily="34" charset="0"/>
            </a:endParaRPr>
          </a:p>
        </p:txBody>
      </p:sp>
      <p:sp>
        <p:nvSpPr>
          <p:cNvPr id="22" name="Text 18"/>
          <p:cNvSpPr/>
          <p:nvPr/>
        </p:nvSpPr>
        <p:spPr>
          <a:xfrm>
            <a:off x="3520440" y="2057400"/>
            <a:ext cx="2331720" cy="594360"/>
          </a:xfrm>
          <a:prstGeom prst="rect">
            <a:avLst/>
          </a:prstGeom>
          <a:noFill/>
          <a:ln/>
        </p:spPr>
        <p:txBody>
          <a:bodyPr wrap="square" lIns="0" tIns="0" rIns="0" bIns="0" rtlCol="0" anchor="ctr"/>
          <a:lstStyle/>
          <a:p>
            <a:pPr marL="0" indent="0">
              <a:lnSpc>
                <a:spcPct val="130000"/>
              </a:lnSpc>
              <a:buNone/>
            </a:pPr>
            <a:r>
              <a:rPr lang="en-US" sz="950" dirty="0">
                <a:solidFill>
                  <a:srgbClr val="4A4A4A"/>
                </a:solidFill>
                <a:latin typeface="Graphik" panose="020B0503030202060203" pitchFamily="34" charset="0"/>
                <a:ea typeface="Graphik" pitchFamily="34" charset="-122"/>
                <a:cs typeface="Graphik" pitchFamily="34" charset="-120"/>
              </a:rPr>
              <a:t>[Description of category 2 — the area of capability built and how]</a:t>
            </a:r>
            <a:endParaRPr lang="en-US" sz="950" dirty="0">
              <a:latin typeface="Graphik" panose="020B0503030202060203" pitchFamily="34" charset="0"/>
            </a:endParaRPr>
          </a:p>
        </p:txBody>
      </p:sp>
      <p:sp>
        <p:nvSpPr>
          <p:cNvPr id="23" name="Text 19"/>
          <p:cNvSpPr/>
          <p:nvPr/>
        </p:nvSpPr>
        <p:spPr>
          <a:xfrm>
            <a:off x="3520440" y="2743200"/>
            <a:ext cx="2331720" cy="91440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4A4A4A"/>
                </a:solidFill>
                <a:latin typeface="Graphik" panose="020B0503030202060203" pitchFamily="34" charset="0"/>
                <a:ea typeface="Graphik" pitchFamily="34" charset="-122"/>
                <a:cs typeface="Graphik" pitchFamily="34" charset="-120"/>
              </a:rPr>
              <a:t>[Capability 1 detail]</a:t>
            </a:r>
            <a:endParaRPr lang="en-US" sz="950" dirty="0">
              <a:latin typeface="Graphik" panose="020B0503030202060203" pitchFamily="34" charset="0"/>
            </a:endParaRPr>
          </a:p>
          <a:p>
            <a:pPr marL="342900" indent="-342900">
              <a:spcAft>
                <a:spcPts val="600"/>
              </a:spcAft>
              <a:buSzPct val="100000"/>
              <a:buChar char="•"/>
            </a:pPr>
            <a:r>
              <a:rPr lang="en-US" sz="950" dirty="0">
                <a:solidFill>
                  <a:srgbClr val="4A4A4A"/>
                </a:solidFill>
                <a:latin typeface="Graphik" panose="020B0503030202060203" pitchFamily="34" charset="0"/>
                <a:ea typeface="Graphik" pitchFamily="34" charset="-122"/>
                <a:cs typeface="Graphik" pitchFamily="34" charset="-120"/>
              </a:rPr>
              <a:t>[Capability 2 detail]</a:t>
            </a:r>
            <a:endParaRPr lang="en-US" sz="950" dirty="0">
              <a:latin typeface="Graphik" panose="020B0503030202060203" pitchFamily="34" charset="0"/>
            </a:endParaRPr>
          </a:p>
        </p:txBody>
      </p:sp>
      <p:sp>
        <p:nvSpPr>
          <p:cNvPr id="24" name="Shape 20"/>
          <p:cNvSpPr/>
          <p:nvPr/>
        </p:nvSpPr>
        <p:spPr>
          <a:xfrm>
            <a:off x="6217920" y="1097280"/>
            <a:ext cx="2697480" cy="2651760"/>
          </a:xfrm>
          <a:prstGeom prst="roundRect">
            <a:avLst>
              <a:gd name="adj" fmla="val 2759"/>
            </a:avLst>
          </a:prstGeom>
          <a:solidFill>
            <a:srgbClr val="F5F5F5"/>
          </a:solidFill>
          <a:ln/>
        </p:spPr>
        <p:txBody>
          <a:bodyPr/>
          <a:lstStyle/>
          <a:p>
            <a:endParaRPr lang="en-US">
              <a:latin typeface="Graphik" panose="020B0503030202060203" pitchFamily="34" charset="0"/>
            </a:endParaRPr>
          </a:p>
        </p:txBody>
      </p:sp>
      <p:sp>
        <p:nvSpPr>
          <p:cNvPr id="25" name="Shape 21"/>
          <p:cNvSpPr/>
          <p:nvPr/>
        </p:nvSpPr>
        <p:spPr>
          <a:xfrm>
            <a:off x="6217920" y="1097280"/>
            <a:ext cx="2697480" cy="502920"/>
          </a:xfrm>
          <a:prstGeom prst="roundRect">
            <a:avLst>
              <a:gd name="adj" fmla="val 14545"/>
            </a:avLst>
          </a:prstGeom>
          <a:solidFill>
            <a:srgbClr val="460073"/>
          </a:solidFill>
          <a:ln/>
        </p:spPr>
        <p:txBody>
          <a:bodyPr/>
          <a:lstStyle/>
          <a:p>
            <a:endParaRPr lang="en-US">
              <a:latin typeface="Graphik" panose="020B0503030202060203" pitchFamily="34" charset="0"/>
            </a:endParaRPr>
          </a:p>
        </p:txBody>
      </p:sp>
      <p:sp>
        <p:nvSpPr>
          <p:cNvPr id="26" name="Shape 22"/>
          <p:cNvSpPr/>
          <p:nvPr/>
        </p:nvSpPr>
        <p:spPr>
          <a:xfrm>
            <a:off x="6217920" y="1527048"/>
            <a:ext cx="2697480" cy="91440"/>
          </a:xfrm>
          <a:prstGeom prst="rect">
            <a:avLst/>
          </a:prstGeom>
          <a:solidFill>
            <a:srgbClr val="460073"/>
          </a:solidFill>
          <a:ln/>
        </p:spPr>
        <p:txBody>
          <a:bodyPr/>
          <a:lstStyle/>
          <a:p>
            <a:endParaRPr lang="en-US">
              <a:latin typeface="Graphik" panose="020B0503030202060203" pitchFamily="34" charset="0"/>
            </a:endParaRPr>
          </a:p>
        </p:txBody>
      </p:sp>
      <p:pic>
        <p:nvPicPr>
          <p:cNvPr id="27" name="Image 2" descr="preencoded.png"/>
          <p:cNvPicPr>
            <a:picLocks noChangeAspect="1"/>
          </p:cNvPicPr>
          <p:nvPr/>
        </p:nvPicPr>
        <p:blipFill>
          <a:blip r:embed="rId5"/>
          <a:stretch>
            <a:fillRect/>
          </a:stretch>
        </p:blipFill>
        <p:spPr>
          <a:xfrm>
            <a:off x="6355080" y="1188720"/>
            <a:ext cx="256032" cy="256032"/>
          </a:xfrm>
          <a:prstGeom prst="rect">
            <a:avLst/>
          </a:prstGeom>
        </p:spPr>
      </p:pic>
      <p:sp>
        <p:nvSpPr>
          <p:cNvPr id="28" name="Text 23"/>
          <p:cNvSpPr/>
          <p:nvPr/>
        </p:nvSpPr>
        <p:spPr>
          <a:xfrm>
            <a:off x="6675120" y="1115568"/>
            <a:ext cx="2011680" cy="457200"/>
          </a:xfrm>
          <a:prstGeom prst="rect">
            <a:avLst/>
          </a:prstGeom>
          <a:noFill/>
          <a:ln/>
        </p:spPr>
        <p:txBody>
          <a:bodyPr wrap="square" lIns="0" tIns="0" rIns="0" bIns="0" rtlCol="0" anchor="ctr"/>
          <a:lstStyle/>
          <a:p>
            <a:pPr marL="0" indent="0">
              <a:buNone/>
            </a:pPr>
            <a:r>
              <a:rPr lang="en-US" sz="1300" b="1" dirty="0">
                <a:solidFill>
                  <a:srgbClr val="FFFFFF"/>
                </a:solidFill>
                <a:latin typeface="Graphik" panose="020B0503030202060203" pitchFamily="34" charset="0"/>
                <a:ea typeface="Graphik" pitchFamily="34" charset="-122"/>
                <a:cs typeface="Graphik" pitchFamily="34" charset="-120"/>
              </a:rPr>
              <a:t>[Category 3]</a:t>
            </a:r>
            <a:endParaRPr lang="en-US" sz="1300" dirty="0">
              <a:latin typeface="Graphik" panose="020B0503030202060203" pitchFamily="34" charset="0"/>
            </a:endParaRPr>
          </a:p>
        </p:txBody>
      </p:sp>
      <p:sp>
        <p:nvSpPr>
          <p:cNvPr id="29" name="Text 24"/>
          <p:cNvSpPr/>
          <p:nvPr/>
        </p:nvSpPr>
        <p:spPr>
          <a:xfrm>
            <a:off x="6400800" y="1691640"/>
            <a:ext cx="2331720" cy="320040"/>
          </a:xfrm>
          <a:prstGeom prst="rect">
            <a:avLst/>
          </a:prstGeom>
          <a:noFill/>
          <a:ln/>
        </p:spPr>
        <p:txBody>
          <a:bodyPr wrap="square" lIns="0" tIns="0" rIns="0" bIns="0" rtlCol="0" anchor="ctr"/>
          <a:lstStyle/>
          <a:p>
            <a:pPr marL="0" indent="0">
              <a:buNone/>
            </a:pPr>
            <a:r>
              <a:rPr lang="en-US" sz="1200" b="1" dirty="0">
                <a:solidFill>
                  <a:srgbClr val="000000"/>
                </a:solidFill>
                <a:latin typeface="Graphik" panose="020B0503030202060203" pitchFamily="34" charset="0"/>
                <a:ea typeface="Graphik" pitchFamily="34" charset="-122"/>
                <a:cs typeface="Graphik" pitchFamily="34" charset="-120"/>
              </a:rPr>
              <a:t>[Category 3 Heading]</a:t>
            </a:r>
            <a:endParaRPr lang="en-US" sz="1200" dirty="0">
              <a:latin typeface="Graphik" panose="020B0503030202060203" pitchFamily="34" charset="0"/>
            </a:endParaRPr>
          </a:p>
        </p:txBody>
      </p:sp>
      <p:sp>
        <p:nvSpPr>
          <p:cNvPr id="30" name="Text 25"/>
          <p:cNvSpPr/>
          <p:nvPr/>
        </p:nvSpPr>
        <p:spPr>
          <a:xfrm>
            <a:off x="6400800" y="2057400"/>
            <a:ext cx="2331720" cy="594360"/>
          </a:xfrm>
          <a:prstGeom prst="rect">
            <a:avLst/>
          </a:prstGeom>
          <a:noFill/>
          <a:ln/>
        </p:spPr>
        <p:txBody>
          <a:bodyPr wrap="square" lIns="0" tIns="0" rIns="0" bIns="0" rtlCol="0" anchor="ctr"/>
          <a:lstStyle/>
          <a:p>
            <a:pPr marL="0" indent="0">
              <a:lnSpc>
                <a:spcPct val="130000"/>
              </a:lnSpc>
              <a:buNone/>
            </a:pPr>
            <a:r>
              <a:rPr lang="en-US" sz="950" dirty="0">
                <a:solidFill>
                  <a:srgbClr val="4A4A4A"/>
                </a:solidFill>
                <a:latin typeface="Graphik" panose="020B0503030202060203" pitchFamily="34" charset="0"/>
                <a:ea typeface="Graphik" pitchFamily="34" charset="-122"/>
                <a:cs typeface="Graphik" pitchFamily="34" charset="-120"/>
              </a:rPr>
              <a:t>[Description of category 3 — the area of capability built and how]</a:t>
            </a:r>
            <a:endParaRPr lang="en-US" sz="950" dirty="0">
              <a:latin typeface="Graphik" panose="020B0503030202060203" pitchFamily="34" charset="0"/>
            </a:endParaRPr>
          </a:p>
        </p:txBody>
      </p:sp>
      <p:sp>
        <p:nvSpPr>
          <p:cNvPr id="31" name="Text 26"/>
          <p:cNvSpPr/>
          <p:nvPr/>
        </p:nvSpPr>
        <p:spPr>
          <a:xfrm>
            <a:off x="6400800" y="2743200"/>
            <a:ext cx="2331720" cy="91440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4A4A4A"/>
                </a:solidFill>
                <a:latin typeface="Graphik" panose="020B0503030202060203" pitchFamily="34" charset="0"/>
                <a:ea typeface="Graphik" pitchFamily="34" charset="-122"/>
                <a:cs typeface="Graphik" pitchFamily="34" charset="-120"/>
              </a:rPr>
              <a:t>[Capability 1 detail]</a:t>
            </a:r>
          </a:p>
          <a:p>
            <a:pPr marL="342900" indent="-342900">
              <a:spcAft>
                <a:spcPts val="600"/>
              </a:spcAft>
              <a:buSzPct val="100000"/>
              <a:buFontTx/>
              <a:buChar char="•"/>
            </a:pPr>
            <a:r>
              <a:rPr lang="en-US" sz="950" dirty="0">
                <a:solidFill>
                  <a:srgbClr val="4A4A4A"/>
                </a:solidFill>
                <a:ea typeface="Graphik" pitchFamily="34" charset="-122"/>
                <a:cs typeface="Graphik" pitchFamily="34" charset="-120"/>
              </a:rPr>
              <a:t>[Capability 2 detail]</a:t>
            </a:r>
            <a:endParaRPr lang="en-US" sz="950" dirty="0"/>
          </a:p>
          <a:p>
            <a:pPr marL="342900" indent="-342900">
              <a:spcAft>
                <a:spcPts val="600"/>
              </a:spcAft>
              <a:buSzPct val="100000"/>
              <a:buChar char="•"/>
            </a:pPr>
            <a:endParaRPr lang="en-US" sz="950" dirty="0">
              <a:latin typeface="Graphik" panose="020B0503030202060203"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1777199526080_image.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raphik" panose="020B0503030202060203"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raphik" panose="020B0503030202060203"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1932</TotalTime>
  <Words>3440</Words>
  <Application>Microsoft Office PowerPoint</Application>
  <PresentationFormat>On-screen Show (16:9)</PresentationFormat>
  <Paragraphs>446</Paragraphs>
  <Slides>26</Slides>
  <Notes>26</Notes>
  <HiddenSlides>0</HiddenSlides>
  <MMClips>0</MMClip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1_Office Theme</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Response Program - Mid Review</dc:title>
  <dc:subject>PptxGenJS Presentation</dc:subject>
  <dc:creator>Yuvraj Singh</dc:creator>
  <cp:lastModifiedBy>Singh, Yuvraj</cp:lastModifiedBy>
  <cp:revision>34</cp:revision>
  <dcterms:created xsi:type="dcterms:W3CDTF">2026-04-26T20:04:05Z</dcterms:created>
  <dcterms:modified xsi:type="dcterms:W3CDTF">2026-05-21T06:41:09Z</dcterms:modified>
</cp:coreProperties>
</file>